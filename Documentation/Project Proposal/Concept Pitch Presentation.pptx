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591BC-C80B-0F97-60D6-7096FA71E44E}" v="43" dt="2025-10-08T20:34:33.855"/>
    <p1510:client id="{12ED2F18-AE5E-A995-D9FF-B44A64EBB964}" v="467" dt="2025-10-08T04:24:56.676"/>
    <p1510:client id="{289BC6BE-0A93-E792-B319-73894B9B24DB}" v="382" dt="2025-10-08T17:31:22.534"/>
    <p1510:client id="{67E19774-0596-D0B6-35F9-BEEF871E580C}" v="262" dt="2025-10-08T19:10:56.341"/>
    <p1510:client id="{70381CDC-71F9-375C-F865-55FCC70D5B99}" v="717" dt="2025-10-08T00:44:24.368"/>
    <p1510:client id="{726A53FD-7DA5-5CD3-0397-A218A424C91D}" v="3" dt="2025-10-06T21:48:42.481"/>
    <p1510:client id="{99625B34-980F-D088-E83F-601CF55E1C85}" v="6" dt="2025-10-08T20:53:49.721"/>
    <p1510:client id="{AA369845-A0DA-1DF2-8117-4ADF8F040FB2}" v="432" dt="2025-10-06T21:49:57.101"/>
    <p1510:client id="{BCC21D8D-F199-AB60-944C-C62B27A7D946}" v="20" dt="2025-10-08T20:53:48.168"/>
    <p1510:client id="{CD9D0E4D-DE2A-4072-9403-8257EF30A178}" v="512" dt="2025-10-08T02:14:30.913"/>
    <p1510:client id="{DDDE984F-0E3D-91D4-6B01-9F2E65CC45F2}" v="24" dt="2025-10-08T19:53:36.493"/>
    <p1510:client id="{DE6D1CCD-D5DA-6BAF-2C47-B5E79D7AE236}" v="152" dt="2025-10-06T22:57:54.755"/>
    <p1510:client id="{EE5923E4-A334-2A55-E60E-F3F1605CDAA5}" v="12" dt="2025-10-08T19:06:19.475"/>
    <p1510:client id="{FDCD86E6-1D40-AD05-61C1-C157FAC47636}" v="29" dt="2025-10-08T20:46:07.9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jon Ivery" userId="S::kivery2@students.kennesaw.edu::550c173b-7d64-4191-ae77-dcd2a403e27a" providerId="AD" clId="Web-{0AF591BC-C80B-0F97-60D6-7096FA71E44E}"/>
    <pc:docChg chg="modSld">
      <pc:chgData name="Kejon Ivery" userId="S::kivery2@students.kennesaw.edu::550c173b-7d64-4191-ae77-dcd2a403e27a" providerId="AD" clId="Web-{0AF591BC-C80B-0F97-60D6-7096FA71E44E}" dt="2025-10-08T20:34:32.699" v="25" actId="20577"/>
      <pc:docMkLst>
        <pc:docMk/>
      </pc:docMkLst>
      <pc:sldChg chg="addSp modSp">
        <pc:chgData name="Kejon Ivery" userId="S::kivery2@students.kennesaw.edu::550c173b-7d64-4191-ae77-dcd2a403e27a" providerId="AD" clId="Web-{0AF591BC-C80B-0F97-60D6-7096FA71E44E}" dt="2025-10-08T20:34:32.699" v="25" actId="20577"/>
        <pc:sldMkLst>
          <pc:docMk/>
          <pc:sldMk cId="2042044197" sldId="264"/>
        </pc:sldMkLst>
        <pc:spChg chg="mod">
          <ac:chgData name="Kejon Ivery" userId="S::kivery2@students.kennesaw.edu::550c173b-7d64-4191-ae77-dcd2a403e27a" providerId="AD" clId="Web-{0AF591BC-C80B-0F97-60D6-7096FA71E44E}" dt="2025-10-08T20:34:32.699" v="25" actId="20577"/>
          <ac:spMkLst>
            <pc:docMk/>
            <pc:sldMk cId="2042044197" sldId="264"/>
            <ac:spMk id="20" creationId="{498E0D0B-22F4-0630-E743-A30D401DED13}"/>
          </ac:spMkLst>
        </pc:spChg>
        <pc:picChg chg="add mod modCrop">
          <ac:chgData name="Kejon Ivery" userId="S::kivery2@students.kennesaw.edu::550c173b-7d64-4191-ae77-dcd2a403e27a" providerId="AD" clId="Web-{0AF591BC-C80B-0F97-60D6-7096FA71E44E}" dt="2025-10-08T20:34:03.183" v="8"/>
          <ac:picMkLst>
            <pc:docMk/>
            <pc:sldMk cId="2042044197" sldId="264"/>
            <ac:picMk id="4" creationId="{7196F23A-3D9C-117C-DF6E-3D624D90101E}"/>
          </ac:picMkLst>
        </pc:picChg>
      </pc:sldChg>
    </pc:docChg>
  </pc:docChgLst>
  <pc:docChgLst>
    <pc:chgData name="Julia Johnson" userId="S::jjoh1175@students.kennesaw.edu::bece193e-bc41-4e93-bd62-ef751322be5f" providerId="AD" clId="Web-{FDCD86E6-1D40-AD05-61C1-C157FAC47636}"/>
    <pc:docChg chg="modSld">
      <pc:chgData name="Julia Johnson" userId="S::jjoh1175@students.kennesaw.edu::bece193e-bc41-4e93-bd62-ef751322be5f" providerId="AD" clId="Web-{FDCD86E6-1D40-AD05-61C1-C157FAC47636}" dt="2025-10-08T20:46:07.964" v="16" actId="1076"/>
      <pc:docMkLst>
        <pc:docMk/>
      </pc:docMkLst>
      <pc:sldChg chg="modSp">
        <pc:chgData name="Julia Johnson" userId="S::jjoh1175@students.kennesaw.edu::bece193e-bc41-4e93-bd62-ef751322be5f" providerId="AD" clId="Web-{FDCD86E6-1D40-AD05-61C1-C157FAC47636}" dt="2025-10-08T20:46:07.964" v="16" actId="1076"/>
        <pc:sldMkLst>
          <pc:docMk/>
          <pc:sldMk cId="2042044197" sldId="264"/>
        </pc:sldMkLst>
        <pc:spChg chg="mod">
          <ac:chgData name="Julia Johnson" userId="S::jjoh1175@students.kennesaw.edu::bece193e-bc41-4e93-bd62-ef751322be5f" providerId="AD" clId="Web-{FDCD86E6-1D40-AD05-61C1-C157FAC47636}" dt="2025-10-08T20:45:54.026" v="14" actId="1076"/>
          <ac:spMkLst>
            <pc:docMk/>
            <pc:sldMk cId="2042044197" sldId="264"/>
            <ac:spMk id="20" creationId="{498E0D0B-22F4-0630-E743-A30D401DED13}"/>
          </ac:spMkLst>
        </pc:spChg>
        <pc:spChg chg="mod">
          <ac:chgData name="Julia Johnson" userId="S::jjoh1175@students.kennesaw.edu::bece193e-bc41-4e93-bd62-ef751322be5f" providerId="AD" clId="Web-{FDCD86E6-1D40-AD05-61C1-C157FAC47636}" dt="2025-10-08T20:45:45.135" v="10" actId="1076"/>
          <ac:spMkLst>
            <pc:docMk/>
            <pc:sldMk cId="2042044197" sldId="264"/>
            <ac:spMk id="21" creationId="{7714CD30-D53E-41D0-856C-487DDDCFD22E}"/>
          </ac:spMkLst>
        </pc:spChg>
        <pc:spChg chg="mod">
          <ac:chgData name="Julia Johnson" userId="S::jjoh1175@students.kennesaw.edu::bece193e-bc41-4e93-bd62-ef751322be5f" providerId="AD" clId="Web-{FDCD86E6-1D40-AD05-61C1-C157FAC47636}" dt="2025-10-08T20:45:42.556" v="9" actId="1076"/>
          <ac:spMkLst>
            <pc:docMk/>
            <pc:sldMk cId="2042044197" sldId="264"/>
            <ac:spMk id="22" creationId="{F54492AB-3805-8B22-4BF2-77CF5637834A}"/>
          </ac:spMkLst>
        </pc:spChg>
        <pc:picChg chg="mod">
          <ac:chgData name="Julia Johnson" userId="S::jjoh1175@students.kennesaw.edu::bece193e-bc41-4e93-bd62-ef751322be5f" providerId="AD" clId="Web-{FDCD86E6-1D40-AD05-61C1-C157FAC47636}" dt="2025-10-08T20:46:07.964" v="16" actId="1076"/>
          <ac:picMkLst>
            <pc:docMk/>
            <pc:sldMk cId="2042044197" sldId="264"/>
            <ac:picMk id="8" creationId="{C25852A2-23E2-2481-2426-1124BBD2A9A5}"/>
          </ac:picMkLst>
        </pc:picChg>
        <pc:picChg chg="mod">
          <ac:chgData name="Julia Johnson" userId="S::jjoh1175@students.kennesaw.edu::bece193e-bc41-4e93-bd62-ef751322be5f" providerId="AD" clId="Web-{FDCD86E6-1D40-AD05-61C1-C157FAC47636}" dt="2025-10-08T20:45:59.979" v="15" actId="1076"/>
          <ac:picMkLst>
            <pc:docMk/>
            <pc:sldMk cId="2042044197" sldId="264"/>
            <ac:picMk id="12" creationId="{E7A117C4-E884-77AC-193D-EF7BDF91032E}"/>
          </ac:picMkLst>
        </pc:picChg>
      </pc:sldChg>
    </pc:docChg>
  </pc:docChgLst>
  <pc:docChgLst>
    <pc:chgData name="Julia Johnson" userId="S::jjoh1175@students.kennesaw.edu::bece193e-bc41-4e93-bd62-ef751322be5f" providerId="AD" clId="Web-{EE5923E4-A334-2A55-E60E-F3F1605CDAA5}"/>
    <pc:docChg chg="modSld">
      <pc:chgData name="Julia Johnson" userId="S::jjoh1175@students.kennesaw.edu::bece193e-bc41-4e93-bd62-ef751322be5f" providerId="AD" clId="Web-{EE5923E4-A334-2A55-E60E-F3F1605CDAA5}" dt="2025-10-08T19:06:19.475" v="11" actId="20577"/>
      <pc:docMkLst>
        <pc:docMk/>
      </pc:docMkLst>
      <pc:sldChg chg="modSp">
        <pc:chgData name="Julia Johnson" userId="S::jjoh1175@students.kennesaw.edu::bece193e-bc41-4e93-bd62-ef751322be5f" providerId="AD" clId="Web-{EE5923E4-A334-2A55-E60E-F3F1605CDAA5}" dt="2025-10-08T19:06:19.475" v="11" actId="20577"/>
        <pc:sldMkLst>
          <pc:docMk/>
          <pc:sldMk cId="2839756989" sldId="258"/>
        </pc:sldMkLst>
        <pc:spChg chg="mod">
          <ac:chgData name="Julia Johnson" userId="S::jjoh1175@students.kennesaw.edu::bece193e-bc41-4e93-bd62-ef751322be5f" providerId="AD" clId="Web-{EE5923E4-A334-2A55-E60E-F3F1605CDAA5}" dt="2025-10-08T19:06:19.475" v="11" actId="20577"/>
          <ac:spMkLst>
            <pc:docMk/>
            <pc:sldMk cId="2839756989" sldId="258"/>
            <ac:spMk id="4" creationId="{B7069C99-14EE-3CCA-B75C-923CB06515C6}"/>
          </ac:spMkLst>
        </pc:spChg>
      </pc:sldChg>
    </pc:docChg>
  </pc:docChgLst>
  <pc:docChgLst>
    <pc:chgData name="Giancarlos Hernandez Mendez" userId="S::gherna39@students.kennesaw.edu::6d1c9635-3454-48f9-b0f8-dbffbdbcbd51" providerId="AD" clId="Web-{DE6D1CCD-D5DA-6BAF-2C47-B5E79D7AE236}"/>
    <pc:docChg chg="modSld">
      <pc:chgData name="Giancarlos Hernandez Mendez" userId="S::gherna39@students.kennesaw.edu::6d1c9635-3454-48f9-b0f8-dbffbdbcbd51" providerId="AD" clId="Web-{DE6D1CCD-D5DA-6BAF-2C47-B5E79D7AE236}" dt="2025-10-06T22:57:54.755" v="152" actId="20577"/>
      <pc:docMkLst>
        <pc:docMk/>
      </pc:docMkLst>
      <pc:sldChg chg="modSp">
        <pc:chgData name="Giancarlos Hernandez Mendez" userId="S::gherna39@students.kennesaw.edu::6d1c9635-3454-48f9-b0f8-dbffbdbcbd51" providerId="AD" clId="Web-{DE6D1CCD-D5DA-6BAF-2C47-B5E79D7AE236}" dt="2025-10-06T22:57:54.755" v="152" actId="20577"/>
        <pc:sldMkLst>
          <pc:docMk/>
          <pc:sldMk cId="968146711" sldId="257"/>
        </pc:sldMkLst>
        <pc:spChg chg="mod">
          <ac:chgData name="Giancarlos Hernandez Mendez" userId="S::gherna39@students.kennesaw.edu::6d1c9635-3454-48f9-b0f8-dbffbdbcbd51" providerId="AD" clId="Web-{DE6D1CCD-D5DA-6BAF-2C47-B5E79D7AE236}" dt="2025-10-06T22:57:54.755" v="152" actId="20577"/>
          <ac:spMkLst>
            <pc:docMk/>
            <pc:sldMk cId="968146711" sldId="257"/>
            <ac:spMk id="21" creationId="{3E6AD419-D6AE-46C8-A003-0F82B30E8004}"/>
          </ac:spMkLst>
        </pc:spChg>
      </pc:sldChg>
    </pc:docChg>
  </pc:docChgLst>
  <pc:docChgLst>
    <pc:chgData name="Jalen Tottress" userId="S::jtottres@students.kennesaw.edu::9b8bedd8-bbf4-4df7-85c7-a1d0517546db" providerId="AD" clId="Web-{67E19774-0596-D0B6-35F9-BEEF871E580C}"/>
    <pc:docChg chg="modSld">
      <pc:chgData name="Jalen Tottress" userId="S::jtottres@students.kennesaw.edu::9b8bedd8-bbf4-4df7-85c7-a1d0517546db" providerId="AD" clId="Web-{67E19774-0596-D0B6-35F9-BEEF871E580C}" dt="2025-10-08T19:10:56.341" v="260" actId="20577"/>
      <pc:docMkLst>
        <pc:docMk/>
      </pc:docMkLst>
      <pc:sldChg chg="addSp delSp modSp">
        <pc:chgData name="Jalen Tottress" userId="S::jtottres@students.kennesaw.edu::9b8bedd8-bbf4-4df7-85c7-a1d0517546db" providerId="AD" clId="Web-{67E19774-0596-D0B6-35F9-BEEF871E580C}" dt="2025-10-08T19:10:56.341" v="260" actId="20577"/>
        <pc:sldMkLst>
          <pc:docMk/>
          <pc:sldMk cId="2839756989" sldId="258"/>
        </pc:sldMkLst>
        <pc:spChg chg="add mod">
          <ac:chgData name="Jalen Tottress" userId="S::jtottres@students.kennesaw.edu::9b8bedd8-bbf4-4df7-85c7-a1d0517546db" providerId="AD" clId="Web-{67E19774-0596-D0B6-35F9-BEEF871E580C}" dt="2025-10-08T19:10:56.341" v="260" actId="20577"/>
          <ac:spMkLst>
            <pc:docMk/>
            <pc:sldMk cId="2839756989" sldId="258"/>
            <ac:spMk id="4" creationId="{B7069C99-14EE-3CCA-B75C-923CB06515C6}"/>
          </ac:spMkLst>
        </pc:spChg>
        <pc:picChg chg="del">
          <ac:chgData name="Jalen Tottress" userId="S::jtottres@students.kennesaw.edu::9b8bedd8-bbf4-4df7-85c7-a1d0517546db" providerId="AD" clId="Web-{67E19774-0596-D0B6-35F9-BEEF871E580C}" dt="2025-10-08T18:57:55.659" v="0"/>
          <ac:picMkLst>
            <pc:docMk/>
            <pc:sldMk cId="2839756989" sldId="258"/>
            <ac:picMk id="7" creationId="{ED601A81-BB37-4248-9D0A-F4BC082CBB39}"/>
          </ac:picMkLst>
        </pc:picChg>
      </pc:sldChg>
      <pc:sldChg chg="modSp">
        <pc:chgData name="Jalen Tottress" userId="S::jtottres@students.kennesaw.edu::9b8bedd8-bbf4-4df7-85c7-a1d0517546db" providerId="AD" clId="Web-{67E19774-0596-D0B6-35F9-BEEF871E580C}" dt="2025-10-08T19:08:50.789" v="245" actId="14100"/>
        <pc:sldMkLst>
          <pc:docMk/>
          <pc:sldMk cId="2042044197" sldId="264"/>
        </pc:sldMkLst>
        <pc:picChg chg="mod">
          <ac:chgData name="Jalen Tottress" userId="S::jtottres@students.kennesaw.edu::9b8bedd8-bbf4-4df7-85c7-a1d0517546db" providerId="AD" clId="Web-{67E19774-0596-D0B6-35F9-BEEF871E580C}" dt="2025-10-08T19:08:50.789" v="245" actId="14100"/>
          <ac:picMkLst>
            <pc:docMk/>
            <pc:sldMk cId="2042044197" sldId="264"/>
            <ac:picMk id="12" creationId="{E7A117C4-E884-77AC-193D-EF7BDF91032E}"/>
          </ac:picMkLst>
        </pc:picChg>
      </pc:sldChg>
    </pc:docChg>
  </pc:docChgLst>
  <pc:docChgLst>
    <pc:chgData name="Julia Johnson" userId="S::jjoh1175@students.kennesaw.edu::bece193e-bc41-4e93-bd62-ef751322be5f" providerId="AD" clId="Web-{289BC6BE-0A93-E792-B319-73894B9B24DB}"/>
    <pc:docChg chg="delSld modSld">
      <pc:chgData name="Julia Johnson" userId="S::jjoh1175@students.kennesaw.edu::bece193e-bc41-4e93-bd62-ef751322be5f" providerId="AD" clId="Web-{289BC6BE-0A93-E792-B319-73894B9B24DB}" dt="2025-10-08T17:31:53.331" v="406"/>
      <pc:docMkLst>
        <pc:docMk/>
      </pc:docMkLst>
      <pc:sldChg chg="addSp delSp modSp">
        <pc:chgData name="Julia Johnson" userId="S::jjoh1175@students.kennesaw.edu::bece193e-bc41-4e93-bd62-ef751322be5f" providerId="AD" clId="Web-{289BC6BE-0A93-E792-B319-73894B9B24DB}" dt="2025-10-08T17:23:41.792" v="326" actId="20577"/>
        <pc:sldMkLst>
          <pc:docMk/>
          <pc:sldMk cId="2173562550" sldId="260"/>
        </pc:sldMkLst>
        <pc:spChg chg="mod">
          <ac:chgData name="Julia Johnson" userId="S::jjoh1175@students.kennesaw.edu::bece193e-bc41-4e93-bd62-ef751322be5f" providerId="AD" clId="Web-{289BC6BE-0A93-E792-B319-73894B9B24DB}" dt="2025-10-08T17:18:20.619" v="270"/>
          <ac:spMkLst>
            <pc:docMk/>
            <pc:sldMk cId="2173562550" sldId="260"/>
            <ac:spMk id="2" creationId="{07EDFE65-6303-475D-A8F6-6ED165C42F4D}"/>
          </ac:spMkLst>
        </pc:spChg>
        <pc:spChg chg="mod">
          <ac:chgData name="Julia Johnson" userId="S::jjoh1175@students.kennesaw.edu::bece193e-bc41-4e93-bd62-ef751322be5f" providerId="AD" clId="Web-{289BC6BE-0A93-E792-B319-73894B9B24DB}" dt="2025-10-08T17:23:41.792" v="326" actId="20577"/>
          <ac:spMkLst>
            <pc:docMk/>
            <pc:sldMk cId="2173562550" sldId="260"/>
            <ac:spMk id="21" creationId="{3E6AD419-D6AE-46C8-A003-0F82B30E8004}"/>
          </ac:spMkLst>
        </pc:spChg>
        <pc:spChg chg="del">
          <ac:chgData name="Julia Johnson" userId="S::jjoh1175@students.kennesaw.edu::bece193e-bc41-4e93-bd62-ef751322be5f" providerId="AD" clId="Web-{289BC6BE-0A93-E792-B319-73894B9B24DB}" dt="2025-10-08T17:18:20.619" v="270"/>
          <ac:spMkLst>
            <pc:docMk/>
            <pc:sldMk cId="2173562550" sldId="260"/>
            <ac:spMk id="33" creationId="{F4FAA6B4-BAFB-4474-9B14-DC83A9096513}"/>
          </ac:spMkLst>
        </pc:spChg>
        <pc:spChg chg="del">
          <ac:chgData name="Julia Johnson" userId="S::jjoh1175@students.kennesaw.edu::bece193e-bc41-4e93-bd62-ef751322be5f" providerId="AD" clId="Web-{289BC6BE-0A93-E792-B319-73894B9B24DB}" dt="2025-10-08T17:18:20.619" v="270"/>
          <ac:spMkLst>
            <pc:docMk/>
            <pc:sldMk cId="2173562550" sldId="260"/>
            <ac:spMk id="37" creationId="{DB148495-5F82-48E2-A76C-C8E1C8949940}"/>
          </ac:spMkLst>
        </pc:spChg>
        <pc:spChg chg="add">
          <ac:chgData name="Julia Johnson" userId="S::jjoh1175@students.kennesaw.edu::bece193e-bc41-4e93-bd62-ef751322be5f" providerId="AD" clId="Web-{289BC6BE-0A93-E792-B319-73894B9B24DB}" dt="2025-10-08T17:18:20.619" v="270"/>
          <ac:spMkLst>
            <pc:docMk/>
            <pc:sldMk cId="2173562550" sldId="260"/>
            <ac:spMk id="42" creationId="{13BCCAE5-A35B-4B66-A4A7-E23C34A403A4}"/>
          </ac:spMkLst>
        </pc:spChg>
        <pc:spChg chg="add">
          <ac:chgData name="Julia Johnson" userId="S::jjoh1175@students.kennesaw.edu::bece193e-bc41-4e93-bd62-ef751322be5f" providerId="AD" clId="Web-{289BC6BE-0A93-E792-B319-73894B9B24DB}" dt="2025-10-08T17:18:20.619" v="270"/>
          <ac:spMkLst>
            <pc:docMk/>
            <pc:sldMk cId="2173562550" sldId="260"/>
            <ac:spMk id="46" creationId="{FEC9799F-A0B8-45B9-8164-71F2838922CE}"/>
          </ac:spMkLst>
        </pc:spChg>
        <pc:picChg chg="mod">
          <ac:chgData name="Julia Johnson" userId="S::jjoh1175@students.kennesaw.edu::bece193e-bc41-4e93-bd62-ef751322be5f" providerId="AD" clId="Web-{289BC6BE-0A93-E792-B319-73894B9B24DB}" dt="2025-10-08T17:18:20.619" v="270"/>
          <ac:picMkLst>
            <pc:docMk/>
            <pc:sldMk cId="2173562550" sldId="260"/>
            <ac:picMk id="4" creationId="{4DE6C71D-9F86-4016-B7DD-EF6378210EED}"/>
          </ac:picMkLst>
        </pc:picChg>
        <pc:cxnChg chg="del">
          <ac:chgData name="Julia Johnson" userId="S::jjoh1175@students.kennesaw.edu::bece193e-bc41-4e93-bd62-ef751322be5f" providerId="AD" clId="Web-{289BC6BE-0A93-E792-B319-73894B9B24DB}" dt="2025-10-08T17:18:20.619" v="270"/>
          <ac:cxnSpMkLst>
            <pc:docMk/>
            <pc:sldMk cId="2173562550" sldId="260"/>
            <ac:cxnSpMk id="35" creationId="{4364CDC3-ADB0-4691-9286-5925F160C2D5}"/>
          </ac:cxnSpMkLst>
        </pc:cxnChg>
        <pc:cxnChg chg="add">
          <ac:chgData name="Julia Johnson" userId="S::jjoh1175@students.kennesaw.edu::bece193e-bc41-4e93-bd62-ef751322be5f" providerId="AD" clId="Web-{289BC6BE-0A93-E792-B319-73894B9B24DB}" dt="2025-10-08T17:18:20.619" v="270"/>
          <ac:cxnSpMkLst>
            <pc:docMk/>
            <pc:sldMk cId="2173562550" sldId="260"/>
            <ac:cxnSpMk id="44" creationId="{6987BDFB-DE64-4B56-B44F-45FAE19FA94E}"/>
          </ac:cxnSpMkLst>
        </pc:cxnChg>
      </pc:sldChg>
      <pc:sldChg chg="addSp delSp modSp">
        <pc:chgData name="Julia Johnson" userId="S::jjoh1175@students.kennesaw.edu::bece193e-bc41-4e93-bd62-ef751322be5f" providerId="AD" clId="Web-{289BC6BE-0A93-E792-B319-73894B9B24DB}" dt="2025-10-08T17:27:25.329" v="333"/>
        <pc:sldMkLst>
          <pc:docMk/>
          <pc:sldMk cId="3827730903" sldId="261"/>
        </pc:sldMkLst>
        <pc:spChg chg="mod">
          <ac:chgData name="Julia Johnson" userId="S::jjoh1175@students.kennesaw.edu::bece193e-bc41-4e93-bd62-ef751322be5f" providerId="AD" clId="Web-{289BC6BE-0A93-E792-B319-73894B9B24DB}" dt="2025-10-08T17:26:26.141" v="331"/>
          <ac:spMkLst>
            <pc:docMk/>
            <pc:sldMk cId="3827730903" sldId="261"/>
            <ac:spMk id="2" creationId="{07EDFE65-6303-475D-A8F6-6ED165C42F4D}"/>
          </ac:spMkLst>
        </pc:spChg>
        <pc:spChg chg="mod">
          <ac:chgData name="Julia Johnson" userId="S::jjoh1175@students.kennesaw.edu::bece193e-bc41-4e93-bd62-ef751322be5f" providerId="AD" clId="Web-{289BC6BE-0A93-E792-B319-73894B9B24DB}" dt="2025-10-08T17:26:26.141" v="331"/>
          <ac:spMkLst>
            <pc:docMk/>
            <pc:sldMk cId="3827730903" sldId="261"/>
            <ac:spMk id="21" creationId="{3E6AD419-D6AE-46C8-A003-0F82B30E8004}"/>
          </ac:spMkLst>
        </pc:spChg>
        <pc:spChg chg="del">
          <ac:chgData name="Julia Johnson" userId="S::jjoh1175@students.kennesaw.edu::bece193e-bc41-4e93-bd62-ef751322be5f" providerId="AD" clId="Web-{289BC6BE-0A93-E792-B319-73894B9B24DB}" dt="2025-10-08T17:26:26.141" v="331"/>
          <ac:spMkLst>
            <pc:docMk/>
            <pc:sldMk cId="3827730903" sldId="261"/>
            <ac:spMk id="30" creationId="{69426B45-4C4F-4D52-8537-76E9A5B89E2F}"/>
          </ac:spMkLst>
        </pc:spChg>
        <pc:spChg chg="del">
          <ac:chgData name="Julia Johnson" userId="S::jjoh1175@students.kennesaw.edu::bece193e-bc41-4e93-bd62-ef751322be5f" providerId="AD" clId="Web-{289BC6BE-0A93-E792-B319-73894B9B24DB}" dt="2025-10-08T17:26:26.141" v="331"/>
          <ac:spMkLst>
            <pc:docMk/>
            <pc:sldMk cId="3827730903" sldId="261"/>
            <ac:spMk id="32" creationId="{67E6FB20-7663-466F-A928-9371C34F955C}"/>
          </ac:spMkLst>
        </pc:spChg>
        <pc:spChg chg="add del">
          <ac:chgData name="Julia Johnson" userId="S::jjoh1175@students.kennesaw.edu::bece193e-bc41-4e93-bd62-ef751322be5f" providerId="AD" clId="Web-{289BC6BE-0A93-E792-B319-73894B9B24DB}" dt="2025-10-08T17:27:25.329" v="333"/>
          <ac:spMkLst>
            <pc:docMk/>
            <pc:sldMk cId="3827730903" sldId="261"/>
            <ac:spMk id="37" creationId="{08CB54FC-0B2A-4107-9A70-958B90B76585}"/>
          </ac:spMkLst>
        </pc:spChg>
        <pc:spChg chg="add del">
          <ac:chgData name="Julia Johnson" userId="S::jjoh1175@students.kennesaw.edu::bece193e-bc41-4e93-bd62-ef751322be5f" providerId="AD" clId="Web-{289BC6BE-0A93-E792-B319-73894B9B24DB}" dt="2025-10-08T17:27:25.329" v="333"/>
          <ac:spMkLst>
            <pc:docMk/>
            <pc:sldMk cId="3827730903" sldId="261"/>
            <ac:spMk id="41" creationId="{9AA76026-5689-4584-8D93-D71D739E61B5}"/>
          </ac:spMkLst>
        </pc:spChg>
        <pc:spChg chg="add">
          <ac:chgData name="Julia Johnson" userId="S::jjoh1175@students.kennesaw.edu::bece193e-bc41-4e93-bd62-ef751322be5f" providerId="AD" clId="Web-{289BC6BE-0A93-E792-B319-73894B9B24DB}" dt="2025-10-08T17:27:25.329" v="333"/>
          <ac:spMkLst>
            <pc:docMk/>
            <pc:sldMk cId="3827730903" sldId="261"/>
            <ac:spMk id="46" creationId="{08CB54FC-0B2A-4107-9A70-958B90B76585}"/>
          </ac:spMkLst>
        </pc:spChg>
        <pc:spChg chg="add">
          <ac:chgData name="Julia Johnson" userId="S::jjoh1175@students.kennesaw.edu::bece193e-bc41-4e93-bd62-ef751322be5f" providerId="AD" clId="Web-{289BC6BE-0A93-E792-B319-73894B9B24DB}" dt="2025-10-08T17:27:25.329" v="333"/>
          <ac:spMkLst>
            <pc:docMk/>
            <pc:sldMk cId="3827730903" sldId="261"/>
            <ac:spMk id="50" creationId="{9AA76026-5689-4584-8D93-D71D739E61B5}"/>
          </ac:spMkLst>
        </pc:spChg>
        <pc:picChg chg="add del mod">
          <ac:chgData name="Julia Johnson" userId="S::jjoh1175@students.kennesaw.edu::bece193e-bc41-4e93-bd62-ef751322be5f" providerId="AD" clId="Web-{289BC6BE-0A93-E792-B319-73894B9B24DB}" dt="2025-10-08T17:27:25.329" v="333"/>
          <ac:picMkLst>
            <pc:docMk/>
            <pc:sldMk cId="3827730903" sldId="261"/>
            <ac:picMk id="3" creationId="{9EEC642A-878C-461B-A689-271B970C274C}"/>
          </ac:picMkLst>
        </pc:picChg>
        <pc:cxnChg chg="del">
          <ac:chgData name="Julia Johnson" userId="S::jjoh1175@students.kennesaw.edu::bece193e-bc41-4e93-bd62-ef751322be5f" providerId="AD" clId="Web-{289BC6BE-0A93-E792-B319-73894B9B24DB}" dt="2025-10-08T17:26:26.141" v="331"/>
          <ac:cxnSpMkLst>
            <pc:docMk/>
            <pc:sldMk cId="3827730903" sldId="261"/>
            <ac:cxnSpMk id="31" creationId="{CF117E1C-E964-4433-B1A8-BB2301D0FF14}"/>
          </ac:cxnSpMkLst>
        </pc:cxnChg>
        <pc:cxnChg chg="add del">
          <ac:chgData name="Julia Johnson" userId="S::jjoh1175@students.kennesaw.edu::bece193e-bc41-4e93-bd62-ef751322be5f" providerId="AD" clId="Web-{289BC6BE-0A93-E792-B319-73894B9B24DB}" dt="2025-10-08T17:27:25.329" v="333"/>
          <ac:cxnSpMkLst>
            <pc:docMk/>
            <pc:sldMk cId="3827730903" sldId="261"/>
            <ac:cxnSpMk id="39" creationId="{7855A9B5-1710-4B19-B0F1-CDFDD4ED5B7E}"/>
          </ac:cxnSpMkLst>
        </pc:cxnChg>
        <pc:cxnChg chg="add">
          <ac:chgData name="Julia Johnson" userId="S::jjoh1175@students.kennesaw.edu::bece193e-bc41-4e93-bd62-ef751322be5f" providerId="AD" clId="Web-{289BC6BE-0A93-E792-B319-73894B9B24DB}" dt="2025-10-08T17:27:25.329" v="333"/>
          <ac:cxnSpMkLst>
            <pc:docMk/>
            <pc:sldMk cId="3827730903" sldId="261"/>
            <ac:cxnSpMk id="48" creationId="{7855A9B5-1710-4B19-B0F1-CDFDD4ED5B7E}"/>
          </ac:cxnSpMkLst>
        </pc:cxnChg>
      </pc:sldChg>
      <pc:sldChg chg="addSp delSp modSp">
        <pc:chgData name="Julia Johnson" userId="S::jjoh1175@students.kennesaw.edu::bece193e-bc41-4e93-bd62-ef751322be5f" providerId="AD" clId="Web-{289BC6BE-0A93-E792-B319-73894B9B24DB}" dt="2025-10-08T17:31:36.081" v="405"/>
        <pc:sldMkLst>
          <pc:docMk/>
          <pc:sldMk cId="2553679561" sldId="262"/>
        </pc:sldMkLst>
        <pc:spChg chg="mod">
          <ac:chgData name="Julia Johnson" userId="S::jjoh1175@students.kennesaw.edu::bece193e-bc41-4e93-bd62-ef751322be5f" providerId="AD" clId="Web-{289BC6BE-0A93-E792-B319-73894B9B24DB}" dt="2025-10-08T17:31:36.081" v="405"/>
          <ac:spMkLst>
            <pc:docMk/>
            <pc:sldMk cId="2553679561" sldId="262"/>
            <ac:spMk id="2" creationId="{07EDFE65-6303-475D-A8F6-6ED165C42F4D}"/>
          </ac:spMkLst>
        </pc:spChg>
        <pc:spChg chg="mod">
          <ac:chgData name="Julia Johnson" userId="S::jjoh1175@students.kennesaw.edu::bece193e-bc41-4e93-bd62-ef751322be5f" providerId="AD" clId="Web-{289BC6BE-0A93-E792-B319-73894B9B24DB}" dt="2025-10-08T17:31:36.081" v="405"/>
          <ac:spMkLst>
            <pc:docMk/>
            <pc:sldMk cId="2553679561" sldId="262"/>
            <ac:spMk id="21" creationId="{3E6AD419-D6AE-46C8-A003-0F82B30E8004}"/>
          </ac:spMkLst>
        </pc:spChg>
        <pc:spChg chg="del">
          <ac:chgData name="Julia Johnson" userId="S::jjoh1175@students.kennesaw.edu::bece193e-bc41-4e93-bd62-ef751322be5f" providerId="AD" clId="Web-{289BC6BE-0A93-E792-B319-73894B9B24DB}" dt="2025-10-08T17:31:36.081" v="405"/>
          <ac:spMkLst>
            <pc:docMk/>
            <pc:sldMk cId="2553679561" sldId="262"/>
            <ac:spMk id="33" creationId="{D40791F6-715D-481A-9C4A-3645AECFD5A0}"/>
          </ac:spMkLst>
        </pc:spChg>
        <pc:spChg chg="del">
          <ac:chgData name="Julia Johnson" userId="S::jjoh1175@students.kennesaw.edu::bece193e-bc41-4e93-bd62-ef751322be5f" providerId="AD" clId="Web-{289BC6BE-0A93-E792-B319-73894B9B24DB}" dt="2025-10-08T17:31:36.081" v="405"/>
          <ac:spMkLst>
            <pc:docMk/>
            <pc:sldMk cId="2553679561" sldId="262"/>
            <ac:spMk id="37" creationId="{811CBAFA-D7E0-40A7-BB94-2C05304B407B}"/>
          </ac:spMkLst>
        </pc:spChg>
        <pc:spChg chg="add">
          <ac:chgData name="Julia Johnson" userId="S::jjoh1175@students.kennesaw.edu::bece193e-bc41-4e93-bd62-ef751322be5f" providerId="AD" clId="Web-{289BC6BE-0A93-E792-B319-73894B9B24DB}" dt="2025-10-08T17:31:36.081" v="405"/>
          <ac:spMkLst>
            <pc:docMk/>
            <pc:sldMk cId="2553679561" sldId="262"/>
            <ac:spMk id="42" creationId="{13BCCAE5-A35B-4B66-A4A7-E23C34A403A4}"/>
          </ac:spMkLst>
        </pc:spChg>
        <pc:spChg chg="add">
          <ac:chgData name="Julia Johnson" userId="S::jjoh1175@students.kennesaw.edu::bece193e-bc41-4e93-bd62-ef751322be5f" providerId="AD" clId="Web-{289BC6BE-0A93-E792-B319-73894B9B24DB}" dt="2025-10-08T17:31:36.081" v="405"/>
          <ac:spMkLst>
            <pc:docMk/>
            <pc:sldMk cId="2553679561" sldId="262"/>
            <ac:spMk id="46" creationId="{FEC9799F-A0B8-45B9-8164-71F2838922CE}"/>
          </ac:spMkLst>
        </pc:spChg>
        <pc:picChg chg="mod">
          <ac:chgData name="Julia Johnson" userId="S::jjoh1175@students.kennesaw.edu::bece193e-bc41-4e93-bd62-ef751322be5f" providerId="AD" clId="Web-{289BC6BE-0A93-E792-B319-73894B9B24DB}" dt="2025-10-08T17:31:36.081" v="405"/>
          <ac:picMkLst>
            <pc:docMk/>
            <pc:sldMk cId="2553679561" sldId="262"/>
            <ac:picMk id="4" creationId="{187B48F1-83B0-41A0-ABC6-B3A214048DAA}"/>
          </ac:picMkLst>
        </pc:picChg>
        <pc:cxnChg chg="del">
          <ac:chgData name="Julia Johnson" userId="S::jjoh1175@students.kennesaw.edu::bece193e-bc41-4e93-bd62-ef751322be5f" providerId="AD" clId="Web-{289BC6BE-0A93-E792-B319-73894B9B24DB}" dt="2025-10-08T17:31:36.081" v="405"/>
          <ac:cxnSpMkLst>
            <pc:docMk/>
            <pc:sldMk cId="2553679561" sldId="262"/>
            <ac:cxnSpMk id="35" creationId="{740F83A4-FAC4-4867-95A5-BBFD280C7BF5}"/>
          </ac:cxnSpMkLst>
        </pc:cxnChg>
        <pc:cxnChg chg="add">
          <ac:chgData name="Julia Johnson" userId="S::jjoh1175@students.kennesaw.edu::bece193e-bc41-4e93-bd62-ef751322be5f" providerId="AD" clId="Web-{289BC6BE-0A93-E792-B319-73894B9B24DB}" dt="2025-10-08T17:31:36.081" v="405"/>
          <ac:cxnSpMkLst>
            <pc:docMk/>
            <pc:sldMk cId="2553679561" sldId="262"/>
            <ac:cxnSpMk id="44" creationId="{6987BDFB-DE64-4B56-B44F-45FAE19FA94E}"/>
          </ac:cxnSpMkLst>
        </pc:cxnChg>
      </pc:sldChg>
      <pc:sldChg chg="addSp delSp modSp">
        <pc:chgData name="Julia Johnson" userId="S::jjoh1175@students.kennesaw.edu::bece193e-bc41-4e93-bd62-ef751322be5f" providerId="AD" clId="Web-{289BC6BE-0A93-E792-B319-73894B9B24DB}" dt="2025-10-08T17:31:53.331" v="406"/>
        <pc:sldMkLst>
          <pc:docMk/>
          <pc:sldMk cId="3722344676" sldId="263"/>
        </pc:sldMkLst>
        <pc:spChg chg="mod">
          <ac:chgData name="Julia Johnson" userId="S::jjoh1175@students.kennesaw.edu::bece193e-bc41-4e93-bd62-ef751322be5f" providerId="AD" clId="Web-{289BC6BE-0A93-E792-B319-73894B9B24DB}" dt="2025-10-08T17:31:53.331" v="406"/>
          <ac:spMkLst>
            <pc:docMk/>
            <pc:sldMk cId="3722344676" sldId="263"/>
            <ac:spMk id="2" creationId="{07EDFE65-6303-475D-A8F6-6ED165C42F4D}"/>
          </ac:spMkLst>
        </pc:spChg>
        <pc:spChg chg="mod ord">
          <ac:chgData name="Julia Johnson" userId="S::jjoh1175@students.kennesaw.edu::bece193e-bc41-4e93-bd62-ef751322be5f" providerId="AD" clId="Web-{289BC6BE-0A93-E792-B319-73894B9B24DB}" dt="2025-10-08T17:31:53.331" v="406"/>
          <ac:spMkLst>
            <pc:docMk/>
            <pc:sldMk cId="3722344676" sldId="263"/>
            <ac:spMk id="21" creationId="{3E6AD419-D6AE-46C8-A003-0F82B30E8004}"/>
          </ac:spMkLst>
        </pc:spChg>
        <pc:spChg chg="del">
          <ac:chgData name="Julia Johnson" userId="S::jjoh1175@students.kennesaw.edu::bece193e-bc41-4e93-bd62-ef751322be5f" providerId="AD" clId="Web-{289BC6BE-0A93-E792-B319-73894B9B24DB}" dt="2025-10-08T17:31:53.331" v="406"/>
          <ac:spMkLst>
            <pc:docMk/>
            <pc:sldMk cId="3722344676" sldId="263"/>
            <ac:spMk id="42" creationId="{67B74F2B-9534-4540-96B0-5C8E958B940F}"/>
          </ac:spMkLst>
        </pc:spChg>
        <pc:spChg chg="del">
          <ac:chgData name="Julia Johnson" userId="S::jjoh1175@students.kennesaw.edu::bece193e-bc41-4e93-bd62-ef751322be5f" providerId="AD" clId="Web-{289BC6BE-0A93-E792-B319-73894B9B24DB}" dt="2025-10-08T17:31:53.331" v="406"/>
          <ac:spMkLst>
            <pc:docMk/>
            <pc:sldMk cId="3722344676" sldId="263"/>
            <ac:spMk id="46" creationId="{C1B60310-C5C3-46A0-A452-2A0B008434DA}"/>
          </ac:spMkLst>
        </pc:spChg>
        <pc:spChg chg="add">
          <ac:chgData name="Julia Johnson" userId="S::jjoh1175@students.kennesaw.edu::bece193e-bc41-4e93-bd62-ef751322be5f" providerId="AD" clId="Web-{289BC6BE-0A93-E792-B319-73894B9B24DB}" dt="2025-10-08T17:31:53.331" v="406"/>
          <ac:spMkLst>
            <pc:docMk/>
            <pc:sldMk cId="3722344676" sldId="263"/>
            <ac:spMk id="51" creationId="{08CB54FC-0B2A-4107-9A70-958B90B76585}"/>
          </ac:spMkLst>
        </pc:spChg>
        <pc:spChg chg="add">
          <ac:chgData name="Julia Johnson" userId="S::jjoh1175@students.kennesaw.edu::bece193e-bc41-4e93-bd62-ef751322be5f" providerId="AD" clId="Web-{289BC6BE-0A93-E792-B319-73894B9B24DB}" dt="2025-10-08T17:31:53.331" v="406"/>
          <ac:spMkLst>
            <pc:docMk/>
            <pc:sldMk cId="3722344676" sldId="263"/>
            <ac:spMk id="55" creationId="{9AA76026-5689-4584-8D93-D71D739E61B5}"/>
          </ac:spMkLst>
        </pc:spChg>
        <pc:picChg chg="del">
          <ac:chgData name="Julia Johnson" userId="S::jjoh1175@students.kennesaw.edu::bece193e-bc41-4e93-bd62-ef751322be5f" providerId="AD" clId="Web-{289BC6BE-0A93-E792-B319-73894B9B24DB}" dt="2025-10-08T17:30:57.409" v="400"/>
          <ac:picMkLst>
            <pc:docMk/>
            <pc:sldMk cId="3722344676" sldId="263"/>
            <ac:picMk id="3" creationId="{60A3D4B0-8D2B-40F9-8E08-5B16255FC371}"/>
          </ac:picMkLst>
        </pc:picChg>
        <pc:picChg chg="add mod">
          <ac:chgData name="Julia Johnson" userId="S::jjoh1175@students.kennesaw.edu::bece193e-bc41-4e93-bd62-ef751322be5f" providerId="AD" clId="Web-{289BC6BE-0A93-E792-B319-73894B9B24DB}" dt="2025-10-08T17:31:53.331" v="406"/>
          <ac:picMkLst>
            <pc:docMk/>
            <pc:sldMk cId="3722344676" sldId="263"/>
            <ac:picMk id="4" creationId="{717ED321-D2EA-81C6-D804-9F13C31C81C6}"/>
          </ac:picMkLst>
        </pc:picChg>
        <pc:cxnChg chg="del">
          <ac:chgData name="Julia Johnson" userId="S::jjoh1175@students.kennesaw.edu::bece193e-bc41-4e93-bd62-ef751322be5f" providerId="AD" clId="Web-{289BC6BE-0A93-E792-B319-73894B9B24DB}" dt="2025-10-08T17:31:53.331" v="406"/>
          <ac:cxnSpMkLst>
            <pc:docMk/>
            <pc:sldMk cId="3722344676" sldId="263"/>
            <ac:cxnSpMk id="44" creationId="{33BECB2B-2CFA-412C-880F-C4B60974936F}"/>
          </ac:cxnSpMkLst>
        </pc:cxnChg>
        <pc:cxnChg chg="add">
          <ac:chgData name="Julia Johnson" userId="S::jjoh1175@students.kennesaw.edu::bece193e-bc41-4e93-bd62-ef751322be5f" providerId="AD" clId="Web-{289BC6BE-0A93-E792-B319-73894B9B24DB}" dt="2025-10-08T17:31:53.331" v="406"/>
          <ac:cxnSpMkLst>
            <pc:docMk/>
            <pc:sldMk cId="3722344676" sldId="263"/>
            <ac:cxnSpMk id="53" creationId="{7855A9B5-1710-4B19-B0F1-CDFDD4ED5B7E}"/>
          </ac:cxnSpMkLst>
        </pc:cxnChg>
      </pc:sldChg>
      <pc:sldChg chg="modSp del">
        <pc:chgData name="Julia Johnson" userId="S::jjoh1175@students.kennesaw.edu::bece193e-bc41-4e93-bd62-ef751322be5f" providerId="AD" clId="Web-{289BC6BE-0A93-E792-B319-73894B9B24DB}" dt="2025-10-08T17:07:06.918" v="18"/>
        <pc:sldMkLst>
          <pc:docMk/>
          <pc:sldMk cId="3867181201" sldId="265"/>
        </pc:sldMkLst>
        <pc:spChg chg="mod">
          <ac:chgData name="Julia Johnson" userId="S::jjoh1175@students.kennesaw.edu::bece193e-bc41-4e93-bd62-ef751322be5f" providerId="AD" clId="Web-{289BC6BE-0A93-E792-B319-73894B9B24DB}" dt="2025-10-08T17:06:52.606" v="14" actId="20577"/>
          <ac:spMkLst>
            <pc:docMk/>
            <pc:sldMk cId="3867181201" sldId="265"/>
            <ac:spMk id="21" creationId="{BBF90BC6-FAF2-4FD3-18CC-FB4C48A27FBE}"/>
          </ac:spMkLst>
        </pc:spChg>
      </pc:sldChg>
    </pc:docChg>
  </pc:docChgLst>
  <pc:docChgLst>
    <pc:chgData name="Giancarlos Hernandez Mendez" userId="S::gherna39@students.kennesaw.edu::6d1c9635-3454-48f9-b0f8-dbffbdbcbd51" providerId="AD" clId="Web-{CD9D0E4D-DE2A-4072-9403-8257EF30A178}"/>
    <pc:docChg chg="modSld">
      <pc:chgData name="Giancarlos Hernandez Mendez" userId="S::gherna39@students.kennesaw.edu::6d1c9635-3454-48f9-b0f8-dbffbdbcbd51" providerId="AD" clId="Web-{CD9D0E4D-DE2A-4072-9403-8257EF30A178}" dt="2025-10-08T02:14:30.913" v="537" actId="20577"/>
      <pc:docMkLst>
        <pc:docMk/>
      </pc:docMkLst>
      <pc:sldChg chg="modSp">
        <pc:chgData name="Giancarlos Hernandez Mendez" userId="S::gherna39@students.kennesaw.edu::6d1c9635-3454-48f9-b0f8-dbffbdbcbd51" providerId="AD" clId="Web-{CD9D0E4D-DE2A-4072-9403-8257EF30A178}" dt="2025-10-08T00:36:46.317" v="0" actId="20577"/>
        <pc:sldMkLst>
          <pc:docMk/>
          <pc:sldMk cId="968146711" sldId="257"/>
        </pc:sldMkLst>
        <pc:spChg chg="mod">
          <ac:chgData name="Giancarlos Hernandez Mendez" userId="S::gherna39@students.kennesaw.edu::6d1c9635-3454-48f9-b0f8-dbffbdbcbd51" providerId="AD" clId="Web-{CD9D0E4D-DE2A-4072-9403-8257EF30A178}" dt="2025-10-08T00:36:46.317" v="0" actId="20577"/>
          <ac:spMkLst>
            <pc:docMk/>
            <pc:sldMk cId="968146711" sldId="257"/>
            <ac:spMk id="21" creationId="{3E6AD419-D6AE-46C8-A003-0F82B30E8004}"/>
          </ac:spMkLst>
        </pc:spChg>
      </pc:sldChg>
      <pc:sldChg chg="modSp">
        <pc:chgData name="Giancarlos Hernandez Mendez" userId="S::gherna39@students.kennesaw.edu::6d1c9635-3454-48f9-b0f8-dbffbdbcbd51" providerId="AD" clId="Web-{CD9D0E4D-DE2A-4072-9403-8257EF30A178}" dt="2025-10-08T02:12:52.784" v="466" actId="20577"/>
        <pc:sldMkLst>
          <pc:docMk/>
          <pc:sldMk cId="2173562550" sldId="260"/>
        </pc:sldMkLst>
        <pc:spChg chg="mod">
          <ac:chgData name="Giancarlos Hernandez Mendez" userId="S::gherna39@students.kennesaw.edu::6d1c9635-3454-48f9-b0f8-dbffbdbcbd51" providerId="AD" clId="Web-{CD9D0E4D-DE2A-4072-9403-8257EF30A178}" dt="2025-10-08T02:12:52.784" v="466" actId="20577"/>
          <ac:spMkLst>
            <pc:docMk/>
            <pc:sldMk cId="2173562550" sldId="260"/>
            <ac:spMk id="21" creationId="{3E6AD419-D6AE-46C8-A003-0F82B30E8004}"/>
          </ac:spMkLst>
        </pc:spChg>
      </pc:sldChg>
      <pc:sldChg chg="modSp">
        <pc:chgData name="Giancarlos Hernandez Mendez" userId="S::gherna39@students.kennesaw.edu::6d1c9635-3454-48f9-b0f8-dbffbdbcbd51" providerId="AD" clId="Web-{CD9D0E4D-DE2A-4072-9403-8257EF30A178}" dt="2025-10-08T02:14:30.913" v="537" actId="20577"/>
        <pc:sldMkLst>
          <pc:docMk/>
          <pc:sldMk cId="3827730903" sldId="261"/>
        </pc:sldMkLst>
        <pc:spChg chg="mod">
          <ac:chgData name="Giancarlos Hernandez Mendez" userId="S::gherna39@students.kennesaw.edu::6d1c9635-3454-48f9-b0f8-dbffbdbcbd51" providerId="AD" clId="Web-{CD9D0E4D-DE2A-4072-9403-8257EF30A178}" dt="2025-10-08T02:14:30.913" v="537" actId="20577"/>
          <ac:spMkLst>
            <pc:docMk/>
            <pc:sldMk cId="3827730903" sldId="261"/>
            <ac:spMk id="21" creationId="{3E6AD419-D6AE-46C8-A003-0F82B30E8004}"/>
          </ac:spMkLst>
        </pc:spChg>
      </pc:sldChg>
      <pc:sldChg chg="addSp modSp">
        <pc:chgData name="Giancarlos Hernandez Mendez" userId="S::gherna39@students.kennesaw.edu::6d1c9635-3454-48f9-b0f8-dbffbdbcbd51" providerId="AD" clId="Web-{CD9D0E4D-DE2A-4072-9403-8257EF30A178}" dt="2025-10-08T00:43:54.119" v="5" actId="1076"/>
        <pc:sldMkLst>
          <pc:docMk/>
          <pc:sldMk cId="2042044197" sldId="264"/>
        </pc:sldMkLst>
        <pc:spChg chg="mod">
          <ac:chgData name="Giancarlos Hernandez Mendez" userId="S::gherna39@students.kennesaw.edu::6d1c9635-3454-48f9-b0f8-dbffbdbcbd51" providerId="AD" clId="Web-{CD9D0E4D-DE2A-4072-9403-8257EF30A178}" dt="2025-10-08T00:43:20.242" v="2" actId="20577"/>
          <ac:spMkLst>
            <pc:docMk/>
            <pc:sldMk cId="2042044197" sldId="264"/>
            <ac:spMk id="21" creationId="{7714CD30-D53E-41D0-856C-487DDDCFD22E}"/>
          </ac:spMkLst>
        </pc:spChg>
        <pc:picChg chg="add mod">
          <ac:chgData name="Giancarlos Hernandez Mendez" userId="S::gherna39@students.kennesaw.edu::6d1c9635-3454-48f9-b0f8-dbffbdbcbd51" providerId="AD" clId="Web-{CD9D0E4D-DE2A-4072-9403-8257EF30A178}" dt="2025-10-08T00:43:54.119" v="5" actId="1076"/>
          <ac:picMkLst>
            <pc:docMk/>
            <pc:sldMk cId="2042044197" sldId="264"/>
            <ac:picMk id="3" creationId="{3B2DE6CC-3EC6-D204-2ED1-AC939FC358B1}"/>
          </ac:picMkLst>
        </pc:picChg>
      </pc:sldChg>
    </pc:docChg>
  </pc:docChgLst>
  <pc:docChgLst>
    <pc:chgData name="Julia Johnson" userId="S::jjoh1175@students.kennesaw.edu::bece193e-bc41-4e93-bd62-ef751322be5f" providerId="AD" clId="Web-{AA369845-A0DA-1DF2-8117-4ADF8F040FB2}"/>
    <pc:docChg chg="modSld">
      <pc:chgData name="Julia Johnson" userId="S::jjoh1175@students.kennesaw.edu::bece193e-bc41-4e93-bd62-ef751322be5f" providerId="AD" clId="Web-{AA369845-A0DA-1DF2-8117-4ADF8F040FB2}" dt="2025-10-06T21:49:57.101" v="436" actId="20577"/>
      <pc:docMkLst>
        <pc:docMk/>
      </pc:docMkLst>
      <pc:sldChg chg="modSp">
        <pc:chgData name="Julia Johnson" userId="S::jjoh1175@students.kennesaw.edu::bece193e-bc41-4e93-bd62-ef751322be5f" providerId="AD" clId="Web-{AA369845-A0DA-1DF2-8117-4ADF8F040FB2}" dt="2025-10-06T21:39:26.090" v="48" actId="20577"/>
        <pc:sldMkLst>
          <pc:docMk/>
          <pc:sldMk cId="109857222" sldId="256"/>
        </pc:sldMkLst>
        <pc:spChg chg="mod">
          <ac:chgData name="Julia Johnson" userId="S::jjoh1175@students.kennesaw.edu::bece193e-bc41-4e93-bd62-ef751322be5f" providerId="AD" clId="Web-{AA369845-A0DA-1DF2-8117-4ADF8F040FB2}" dt="2025-10-06T21:39:12.949" v="20" actId="20577"/>
          <ac:spMkLst>
            <pc:docMk/>
            <pc:sldMk cId="109857222" sldId="256"/>
            <ac:spMk id="2" creationId="{00000000-0000-0000-0000-000000000000}"/>
          </ac:spMkLst>
        </pc:spChg>
        <pc:spChg chg="mod">
          <ac:chgData name="Julia Johnson" userId="S::jjoh1175@students.kennesaw.edu::bece193e-bc41-4e93-bd62-ef751322be5f" providerId="AD" clId="Web-{AA369845-A0DA-1DF2-8117-4ADF8F040FB2}" dt="2025-10-06T21:39:26.090" v="48" actId="20577"/>
          <ac:spMkLst>
            <pc:docMk/>
            <pc:sldMk cId="109857222" sldId="256"/>
            <ac:spMk id="3" creationId="{00000000-0000-0000-0000-000000000000}"/>
          </ac:spMkLst>
        </pc:spChg>
      </pc:sldChg>
      <pc:sldChg chg="modSp">
        <pc:chgData name="Julia Johnson" userId="S::jjoh1175@students.kennesaw.edu::bece193e-bc41-4e93-bd62-ef751322be5f" providerId="AD" clId="Web-{AA369845-A0DA-1DF2-8117-4ADF8F040FB2}" dt="2025-10-06T21:46:58.349" v="292" actId="20577"/>
        <pc:sldMkLst>
          <pc:docMk/>
          <pc:sldMk cId="968146711" sldId="257"/>
        </pc:sldMkLst>
        <pc:spChg chg="mod">
          <ac:chgData name="Julia Johnson" userId="S::jjoh1175@students.kennesaw.edu::bece193e-bc41-4e93-bd62-ef751322be5f" providerId="AD" clId="Web-{AA369845-A0DA-1DF2-8117-4ADF8F040FB2}" dt="2025-10-06T21:46:58.349" v="292" actId="20577"/>
          <ac:spMkLst>
            <pc:docMk/>
            <pc:sldMk cId="968146711" sldId="257"/>
            <ac:spMk id="21" creationId="{3E6AD419-D6AE-46C8-A003-0F82B30E8004}"/>
          </ac:spMkLst>
        </pc:spChg>
      </pc:sldChg>
      <pc:sldChg chg="modSp">
        <pc:chgData name="Julia Johnson" userId="S::jjoh1175@students.kennesaw.edu::bece193e-bc41-4e93-bd62-ef751322be5f" providerId="AD" clId="Web-{AA369845-A0DA-1DF2-8117-4ADF8F040FB2}" dt="2025-10-06T21:49:57.101" v="436" actId="20577"/>
        <pc:sldMkLst>
          <pc:docMk/>
          <pc:sldMk cId="4272700521" sldId="259"/>
        </pc:sldMkLst>
        <pc:spChg chg="mod">
          <ac:chgData name="Julia Johnson" userId="S::jjoh1175@students.kennesaw.edu::bece193e-bc41-4e93-bd62-ef751322be5f" providerId="AD" clId="Web-{AA369845-A0DA-1DF2-8117-4ADF8F040FB2}" dt="2025-10-06T21:49:57.101" v="436" actId="20577"/>
          <ac:spMkLst>
            <pc:docMk/>
            <pc:sldMk cId="4272700521" sldId="259"/>
            <ac:spMk id="21" creationId="{3E6AD419-D6AE-46C8-A003-0F82B30E8004}"/>
          </ac:spMkLst>
        </pc:spChg>
      </pc:sldChg>
    </pc:docChg>
  </pc:docChgLst>
  <pc:docChgLst>
    <pc:chgData name="Jalen Tottress" userId="S::jtottres@students.kennesaw.edu::9b8bedd8-bbf4-4df7-85c7-a1d0517546db" providerId="AD" clId="Web-{12ED2F18-AE5E-A995-D9FF-B44A64EBB964}"/>
    <pc:docChg chg="addSld modSld">
      <pc:chgData name="Jalen Tottress" userId="S::jtottres@students.kennesaw.edu::9b8bedd8-bbf4-4df7-85c7-a1d0517546db" providerId="AD" clId="Web-{12ED2F18-AE5E-A995-D9FF-B44A64EBB964}" dt="2025-10-08T04:24:56.676" v="486" actId="20577"/>
      <pc:docMkLst>
        <pc:docMk/>
      </pc:docMkLst>
      <pc:sldChg chg="modSp">
        <pc:chgData name="Jalen Tottress" userId="S::jtottres@students.kennesaw.edu::9b8bedd8-bbf4-4df7-85c7-a1d0517546db" providerId="AD" clId="Web-{12ED2F18-AE5E-A995-D9FF-B44A64EBB964}" dt="2025-10-08T03:56:52.150" v="54" actId="20577"/>
        <pc:sldMkLst>
          <pc:docMk/>
          <pc:sldMk cId="2173562550" sldId="260"/>
        </pc:sldMkLst>
        <pc:spChg chg="mod">
          <ac:chgData name="Jalen Tottress" userId="S::jtottres@students.kennesaw.edu::9b8bedd8-bbf4-4df7-85c7-a1d0517546db" providerId="AD" clId="Web-{12ED2F18-AE5E-A995-D9FF-B44A64EBB964}" dt="2025-10-08T03:56:52.150" v="54" actId="20577"/>
          <ac:spMkLst>
            <pc:docMk/>
            <pc:sldMk cId="2173562550" sldId="260"/>
            <ac:spMk id="2" creationId="{07EDFE65-6303-475D-A8F6-6ED165C42F4D}"/>
          </ac:spMkLst>
        </pc:spChg>
        <pc:spChg chg="mod">
          <ac:chgData name="Jalen Tottress" userId="S::jtottres@students.kennesaw.edu::9b8bedd8-bbf4-4df7-85c7-a1d0517546db" providerId="AD" clId="Web-{12ED2F18-AE5E-A995-D9FF-B44A64EBB964}" dt="2025-10-08T03:56:49.150" v="53" actId="20577"/>
          <ac:spMkLst>
            <pc:docMk/>
            <pc:sldMk cId="2173562550" sldId="260"/>
            <ac:spMk id="21" creationId="{3E6AD419-D6AE-46C8-A003-0F82B30E8004}"/>
          </ac:spMkLst>
        </pc:spChg>
      </pc:sldChg>
      <pc:sldChg chg="modSp">
        <pc:chgData name="Jalen Tottress" userId="S::jtottres@students.kennesaw.edu::9b8bedd8-bbf4-4df7-85c7-a1d0517546db" providerId="AD" clId="Web-{12ED2F18-AE5E-A995-D9FF-B44A64EBB964}" dt="2025-10-08T04:11:18.080" v="227" actId="20577"/>
        <pc:sldMkLst>
          <pc:docMk/>
          <pc:sldMk cId="3827730903" sldId="261"/>
        </pc:sldMkLst>
        <pc:spChg chg="mod">
          <ac:chgData name="Jalen Tottress" userId="S::jtottres@students.kennesaw.edu::9b8bedd8-bbf4-4df7-85c7-a1d0517546db" providerId="AD" clId="Web-{12ED2F18-AE5E-A995-D9FF-B44A64EBB964}" dt="2025-10-08T04:11:18.080" v="227" actId="20577"/>
          <ac:spMkLst>
            <pc:docMk/>
            <pc:sldMk cId="3827730903" sldId="261"/>
            <ac:spMk id="2" creationId="{07EDFE65-6303-475D-A8F6-6ED165C42F4D}"/>
          </ac:spMkLst>
        </pc:spChg>
        <pc:spChg chg="mod">
          <ac:chgData name="Jalen Tottress" userId="S::jtottres@students.kennesaw.edu::9b8bedd8-bbf4-4df7-85c7-a1d0517546db" providerId="AD" clId="Web-{12ED2F18-AE5E-A995-D9FF-B44A64EBB964}" dt="2025-10-08T04:03:47.522" v="72" actId="20577"/>
          <ac:spMkLst>
            <pc:docMk/>
            <pc:sldMk cId="3827730903" sldId="261"/>
            <ac:spMk id="21" creationId="{3E6AD419-D6AE-46C8-A003-0F82B30E8004}"/>
          </ac:spMkLst>
        </pc:spChg>
      </pc:sldChg>
      <pc:sldChg chg="modSp">
        <pc:chgData name="Jalen Tottress" userId="S::jtottres@students.kennesaw.edu::9b8bedd8-bbf4-4df7-85c7-a1d0517546db" providerId="AD" clId="Web-{12ED2F18-AE5E-A995-D9FF-B44A64EBB964}" dt="2025-10-08T04:24:56.676" v="486" actId="20577"/>
        <pc:sldMkLst>
          <pc:docMk/>
          <pc:sldMk cId="3722344676" sldId="263"/>
        </pc:sldMkLst>
        <pc:spChg chg="mod">
          <ac:chgData name="Jalen Tottress" userId="S::jtottres@students.kennesaw.edu::9b8bedd8-bbf4-4df7-85c7-a1d0517546db" providerId="AD" clId="Web-{12ED2F18-AE5E-A995-D9FF-B44A64EBB964}" dt="2025-10-08T04:24:56.676" v="486" actId="20577"/>
          <ac:spMkLst>
            <pc:docMk/>
            <pc:sldMk cId="3722344676" sldId="263"/>
            <ac:spMk id="21" creationId="{3E6AD419-D6AE-46C8-A003-0F82B30E8004}"/>
          </ac:spMkLst>
        </pc:spChg>
      </pc:sldChg>
      <pc:sldChg chg="modSp">
        <pc:chgData name="Jalen Tottress" userId="S::jtottres@students.kennesaw.edu::9b8bedd8-bbf4-4df7-85c7-a1d0517546db" providerId="AD" clId="Web-{12ED2F18-AE5E-A995-D9FF-B44A64EBB964}" dt="2025-10-08T03:45:38.804" v="1" actId="20577"/>
        <pc:sldMkLst>
          <pc:docMk/>
          <pc:sldMk cId="2042044197" sldId="264"/>
        </pc:sldMkLst>
        <pc:spChg chg="mod">
          <ac:chgData name="Jalen Tottress" userId="S::jtottres@students.kennesaw.edu::9b8bedd8-bbf4-4df7-85c7-a1d0517546db" providerId="AD" clId="Web-{12ED2F18-AE5E-A995-D9FF-B44A64EBB964}" dt="2025-10-08T03:45:38.804" v="1" actId="20577"/>
          <ac:spMkLst>
            <pc:docMk/>
            <pc:sldMk cId="2042044197" sldId="264"/>
            <ac:spMk id="22" creationId="{F54492AB-3805-8B22-4BF2-77CF5637834A}"/>
          </ac:spMkLst>
        </pc:spChg>
      </pc:sldChg>
      <pc:sldChg chg="modSp add replId">
        <pc:chgData name="Jalen Tottress" userId="S::jtottres@students.kennesaw.edu::9b8bedd8-bbf4-4df7-85c7-a1d0517546db" providerId="AD" clId="Web-{12ED2F18-AE5E-A995-D9FF-B44A64EBB964}" dt="2025-10-08T04:10:53.829" v="225" actId="20577"/>
        <pc:sldMkLst>
          <pc:docMk/>
          <pc:sldMk cId="3867181201" sldId="265"/>
        </pc:sldMkLst>
        <pc:spChg chg="mod">
          <ac:chgData name="Jalen Tottress" userId="S::jtottres@students.kennesaw.edu::9b8bedd8-bbf4-4df7-85c7-a1d0517546db" providerId="AD" clId="Web-{12ED2F18-AE5E-A995-D9FF-B44A64EBB964}" dt="2025-10-08T04:10:53.829" v="225" actId="20577"/>
          <ac:spMkLst>
            <pc:docMk/>
            <pc:sldMk cId="3867181201" sldId="265"/>
            <ac:spMk id="2" creationId="{460F1CA2-E29B-8175-90A1-03EAD05FD291}"/>
          </ac:spMkLst>
        </pc:spChg>
        <pc:spChg chg="mod">
          <ac:chgData name="Jalen Tottress" userId="S::jtottres@students.kennesaw.edu::9b8bedd8-bbf4-4df7-85c7-a1d0517546db" providerId="AD" clId="Web-{12ED2F18-AE5E-A995-D9FF-B44A64EBB964}" dt="2025-10-08T04:10:51.642" v="224" actId="20577"/>
          <ac:spMkLst>
            <pc:docMk/>
            <pc:sldMk cId="3867181201" sldId="265"/>
            <ac:spMk id="21" creationId="{BBF90BC6-FAF2-4FD3-18CC-FB4C48A27FBE}"/>
          </ac:spMkLst>
        </pc:spChg>
      </pc:sldChg>
    </pc:docChg>
  </pc:docChgLst>
  <pc:docChgLst>
    <pc:chgData name="Julia Johnson" userId="S::jjoh1175@students.kennesaw.edu::bece193e-bc41-4e93-bd62-ef751322be5f" providerId="AD" clId="Web-{BCC21D8D-F199-AB60-944C-C62B27A7D946}"/>
    <pc:docChg chg="modSld">
      <pc:chgData name="Julia Johnson" userId="S::jjoh1175@students.kennesaw.edu::bece193e-bc41-4e93-bd62-ef751322be5f" providerId="AD" clId="Web-{BCC21D8D-F199-AB60-944C-C62B27A7D946}" dt="2025-10-08T20:53:48.168" v="18" actId="20577"/>
      <pc:docMkLst>
        <pc:docMk/>
      </pc:docMkLst>
      <pc:sldChg chg="modSp">
        <pc:chgData name="Julia Johnson" userId="S::jjoh1175@students.kennesaw.edu::bece193e-bc41-4e93-bd62-ef751322be5f" providerId="AD" clId="Web-{BCC21D8D-F199-AB60-944C-C62B27A7D946}" dt="2025-10-08T20:53:29.543" v="9" actId="20577"/>
        <pc:sldMkLst>
          <pc:docMk/>
          <pc:sldMk cId="2553679561" sldId="262"/>
        </pc:sldMkLst>
        <pc:spChg chg="mod">
          <ac:chgData name="Julia Johnson" userId="S::jjoh1175@students.kennesaw.edu::bece193e-bc41-4e93-bd62-ef751322be5f" providerId="AD" clId="Web-{BCC21D8D-F199-AB60-944C-C62B27A7D946}" dt="2025-10-08T20:53:29.543" v="9" actId="20577"/>
          <ac:spMkLst>
            <pc:docMk/>
            <pc:sldMk cId="2553679561" sldId="262"/>
            <ac:spMk id="21" creationId="{3E6AD419-D6AE-46C8-A003-0F82B30E8004}"/>
          </ac:spMkLst>
        </pc:spChg>
      </pc:sldChg>
      <pc:sldChg chg="modSp">
        <pc:chgData name="Julia Johnson" userId="S::jjoh1175@students.kennesaw.edu::bece193e-bc41-4e93-bd62-ef751322be5f" providerId="AD" clId="Web-{BCC21D8D-F199-AB60-944C-C62B27A7D946}" dt="2025-10-08T20:53:48.168" v="18" actId="20577"/>
        <pc:sldMkLst>
          <pc:docMk/>
          <pc:sldMk cId="3722344676" sldId="263"/>
        </pc:sldMkLst>
        <pc:spChg chg="mod">
          <ac:chgData name="Julia Johnson" userId="S::jjoh1175@students.kennesaw.edu::bece193e-bc41-4e93-bd62-ef751322be5f" providerId="AD" clId="Web-{BCC21D8D-F199-AB60-944C-C62B27A7D946}" dt="2025-10-08T20:53:48.168" v="18" actId="20577"/>
          <ac:spMkLst>
            <pc:docMk/>
            <pc:sldMk cId="3722344676" sldId="263"/>
            <ac:spMk id="21" creationId="{3E6AD419-D6AE-46C8-A003-0F82B30E8004}"/>
          </ac:spMkLst>
        </pc:spChg>
      </pc:sldChg>
    </pc:docChg>
  </pc:docChgLst>
  <pc:docChgLst>
    <pc:chgData name="Julia Johnson" userId="S::jjoh1175@students.kennesaw.edu::bece193e-bc41-4e93-bd62-ef751322be5f" providerId="AD" clId="Web-{70381CDC-71F9-375C-F865-55FCC70D5B99}"/>
    <pc:docChg chg="modSld">
      <pc:chgData name="Julia Johnson" userId="S::jjoh1175@students.kennesaw.edu::bece193e-bc41-4e93-bd62-ef751322be5f" providerId="AD" clId="Web-{70381CDC-71F9-375C-F865-55FCC70D5B99}" dt="2025-10-08T00:44:24.368" v="701" actId="20577"/>
      <pc:docMkLst>
        <pc:docMk/>
      </pc:docMkLst>
      <pc:sldChg chg="addSp delSp modSp">
        <pc:chgData name="Julia Johnson" userId="S::jjoh1175@students.kennesaw.edu::bece193e-bc41-4e93-bd62-ef751322be5f" providerId="AD" clId="Web-{70381CDC-71F9-375C-F865-55FCC70D5B99}" dt="2025-10-08T00:44:24.368" v="701" actId="20577"/>
        <pc:sldMkLst>
          <pc:docMk/>
          <pc:sldMk cId="968146711" sldId="257"/>
        </pc:sldMkLst>
        <pc:spChg chg="mod">
          <ac:chgData name="Julia Johnson" userId="S::jjoh1175@students.kennesaw.edu::bece193e-bc41-4e93-bd62-ef751322be5f" providerId="AD" clId="Web-{70381CDC-71F9-375C-F865-55FCC70D5B99}" dt="2025-10-08T00:39:54.195" v="697"/>
          <ac:spMkLst>
            <pc:docMk/>
            <pc:sldMk cId="968146711" sldId="257"/>
            <ac:spMk id="2" creationId="{07EDFE65-6303-475D-A8F6-6ED165C42F4D}"/>
          </ac:spMkLst>
        </pc:spChg>
        <pc:spChg chg="mod ord">
          <ac:chgData name="Julia Johnson" userId="S::jjoh1175@students.kennesaw.edu::bece193e-bc41-4e93-bd62-ef751322be5f" providerId="AD" clId="Web-{70381CDC-71F9-375C-F865-55FCC70D5B99}" dt="2025-10-08T00:44:24.368" v="701" actId="20577"/>
          <ac:spMkLst>
            <pc:docMk/>
            <pc:sldMk cId="968146711" sldId="257"/>
            <ac:spMk id="21" creationId="{3E6AD419-D6AE-46C8-A003-0F82B30E8004}"/>
          </ac:spMkLst>
        </pc:spChg>
        <pc:spChg chg="del">
          <ac:chgData name="Julia Johnson" userId="S::jjoh1175@students.kennesaw.edu::bece193e-bc41-4e93-bd62-ef751322be5f" providerId="AD" clId="Web-{70381CDC-71F9-375C-F865-55FCC70D5B99}" dt="2025-10-08T00:27:38.944" v="453"/>
          <ac:spMkLst>
            <pc:docMk/>
            <pc:sldMk cId="968146711" sldId="257"/>
            <ac:spMk id="24" creationId="{08CB54FC-0B2A-4107-9A70-958B90B76585}"/>
          </ac:spMkLst>
        </pc:spChg>
        <pc:spChg chg="del">
          <ac:chgData name="Julia Johnson" userId="S::jjoh1175@students.kennesaw.edu::bece193e-bc41-4e93-bd62-ef751322be5f" providerId="AD" clId="Web-{70381CDC-71F9-375C-F865-55FCC70D5B99}" dt="2025-10-08T00:27:38.944" v="453"/>
          <ac:spMkLst>
            <pc:docMk/>
            <pc:sldMk cId="968146711" sldId="257"/>
            <ac:spMk id="28" creationId="{9AA76026-5689-4584-8D93-D71D739E61B5}"/>
          </ac:spMkLst>
        </pc:spChg>
        <pc:spChg chg="add del">
          <ac:chgData name="Julia Johnson" userId="S::jjoh1175@students.kennesaw.edu::bece193e-bc41-4e93-bd62-ef751322be5f" providerId="AD" clId="Web-{70381CDC-71F9-375C-F865-55FCC70D5B99}" dt="2025-10-08T00:29:17.885" v="457"/>
          <ac:spMkLst>
            <pc:docMk/>
            <pc:sldMk cId="968146711" sldId="257"/>
            <ac:spMk id="33" creationId="{69426B45-4C4F-4D52-8537-76E9A5B89E2F}"/>
          </ac:spMkLst>
        </pc:spChg>
        <pc:spChg chg="add del">
          <ac:chgData name="Julia Johnson" userId="S::jjoh1175@students.kennesaw.edu::bece193e-bc41-4e93-bd62-ef751322be5f" providerId="AD" clId="Web-{70381CDC-71F9-375C-F865-55FCC70D5B99}" dt="2025-10-08T00:29:17.885" v="457"/>
          <ac:spMkLst>
            <pc:docMk/>
            <pc:sldMk cId="968146711" sldId="257"/>
            <ac:spMk id="37" creationId="{67E6FB20-7663-466F-A928-9371C34F955C}"/>
          </ac:spMkLst>
        </pc:spChg>
        <pc:spChg chg="add del">
          <ac:chgData name="Julia Johnson" userId="S::jjoh1175@students.kennesaw.edu::bece193e-bc41-4e93-bd62-ef751322be5f" providerId="AD" clId="Web-{70381CDC-71F9-375C-F865-55FCC70D5B99}" dt="2025-10-08T00:31:27.701" v="465"/>
          <ac:spMkLst>
            <pc:docMk/>
            <pc:sldMk cId="968146711" sldId="257"/>
            <ac:spMk id="42" creationId="{08CB54FC-0B2A-4107-9A70-958B90B76585}"/>
          </ac:spMkLst>
        </pc:spChg>
        <pc:spChg chg="add del">
          <ac:chgData name="Julia Johnson" userId="S::jjoh1175@students.kennesaw.edu::bece193e-bc41-4e93-bd62-ef751322be5f" providerId="AD" clId="Web-{70381CDC-71F9-375C-F865-55FCC70D5B99}" dt="2025-10-08T00:31:27.701" v="465"/>
          <ac:spMkLst>
            <pc:docMk/>
            <pc:sldMk cId="968146711" sldId="257"/>
            <ac:spMk id="46" creationId="{9AA76026-5689-4584-8D93-D71D739E61B5}"/>
          </ac:spMkLst>
        </pc:spChg>
        <pc:spChg chg="add del">
          <ac:chgData name="Julia Johnson" userId="S::jjoh1175@students.kennesaw.edu::bece193e-bc41-4e93-bd62-ef751322be5f" providerId="AD" clId="Web-{70381CDC-71F9-375C-F865-55FCC70D5B99}" dt="2025-10-08T00:31:56.264" v="469"/>
          <ac:spMkLst>
            <pc:docMk/>
            <pc:sldMk cId="968146711" sldId="257"/>
            <ac:spMk id="51" creationId="{13BCCAE5-A35B-4B66-A4A7-E23C34A403A4}"/>
          </ac:spMkLst>
        </pc:spChg>
        <pc:spChg chg="add del">
          <ac:chgData name="Julia Johnson" userId="S::jjoh1175@students.kennesaw.edu::bece193e-bc41-4e93-bd62-ef751322be5f" providerId="AD" clId="Web-{70381CDC-71F9-375C-F865-55FCC70D5B99}" dt="2025-10-08T00:31:56.264" v="469"/>
          <ac:spMkLst>
            <pc:docMk/>
            <pc:sldMk cId="968146711" sldId="257"/>
            <ac:spMk id="55" creationId="{FEC9799F-A0B8-45B9-8164-71F2838922CE}"/>
          </ac:spMkLst>
        </pc:spChg>
        <pc:spChg chg="add del">
          <ac:chgData name="Julia Johnson" userId="S::jjoh1175@students.kennesaw.edu::bece193e-bc41-4e93-bd62-ef751322be5f" providerId="AD" clId="Web-{70381CDC-71F9-375C-F865-55FCC70D5B99}" dt="2025-10-08T00:32:21.624" v="472"/>
          <ac:spMkLst>
            <pc:docMk/>
            <pc:sldMk cId="968146711" sldId="257"/>
            <ac:spMk id="60" creationId="{80861964-D86C-4A50-8F6D-B466384A61B1}"/>
          </ac:spMkLst>
        </pc:spChg>
        <pc:spChg chg="add del">
          <ac:chgData name="Julia Johnson" userId="S::jjoh1175@students.kennesaw.edu::bece193e-bc41-4e93-bd62-ef751322be5f" providerId="AD" clId="Web-{70381CDC-71F9-375C-F865-55FCC70D5B99}" dt="2025-10-08T00:32:21.624" v="472"/>
          <ac:spMkLst>
            <pc:docMk/>
            <pc:sldMk cId="968146711" sldId="257"/>
            <ac:spMk id="64" creationId="{F2BDE551-930A-4FE1-8434-09824E3247E6}"/>
          </ac:spMkLst>
        </pc:spChg>
        <pc:spChg chg="add del">
          <ac:chgData name="Julia Johnson" userId="S::jjoh1175@students.kennesaw.edu::bece193e-bc41-4e93-bd62-ef751322be5f" providerId="AD" clId="Web-{70381CDC-71F9-375C-F865-55FCC70D5B99}" dt="2025-10-08T00:39:54.195" v="697"/>
          <ac:spMkLst>
            <pc:docMk/>
            <pc:sldMk cId="968146711" sldId="257"/>
            <ac:spMk id="69" creationId="{08CB54FC-0B2A-4107-9A70-958B90B76585}"/>
          </ac:spMkLst>
        </pc:spChg>
        <pc:spChg chg="add del">
          <ac:chgData name="Julia Johnson" userId="S::jjoh1175@students.kennesaw.edu::bece193e-bc41-4e93-bd62-ef751322be5f" providerId="AD" clId="Web-{70381CDC-71F9-375C-F865-55FCC70D5B99}" dt="2025-10-08T00:39:54.195" v="697"/>
          <ac:spMkLst>
            <pc:docMk/>
            <pc:sldMk cId="968146711" sldId="257"/>
            <ac:spMk id="73" creationId="{9AA76026-5689-4584-8D93-D71D739E61B5}"/>
          </ac:spMkLst>
        </pc:spChg>
        <pc:spChg chg="add del">
          <ac:chgData name="Julia Johnson" userId="S::jjoh1175@students.kennesaw.edu::bece193e-bc41-4e93-bd62-ef751322be5f" providerId="AD" clId="Web-{70381CDC-71F9-375C-F865-55FCC70D5B99}" dt="2025-10-08T00:39:38.490" v="692"/>
          <ac:spMkLst>
            <pc:docMk/>
            <pc:sldMk cId="968146711" sldId="257"/>
            <ac:spMk id="78" creationId="{80861964-D86C-4A50-8F6D-B466384A61B1}"/>
          </ac:spMkLst>
        </pc:spChg>
        <pc:spChg chg="add del">
          <ac:chgData name="Julia Johnson" userId="S::jjoh1175@students.kennesaw.edu::bece193e-bc41-4e93-bd62-ef751322be5f" providerId="AD" clId="Web-{70381CDC-71F9-375C-F865-55FCC70D5B99}" dt="2025-10-08T00:39:38.490" v="692"/>
          <ac:spMkLst>
            <pc:docMk/>
            <pc:sldMk cId="968146711" sldId="257"/>
            <ac:spMk id="82" creationId="{F2BDE551-930A-4FE1-8434-09824E3247E6}"/>
          </ac:spMkLst>
        </pc:spChg>
        <pc:spChg chg="add del">
          <ac:chgData name="Julia Johnson" userId="S::jjoh1175@students.kennesaw.edu::bece193e-bc41-4e93-bd62-ef751322be5f" providerId="AD" clId="Web-{70381CDC-71F9-375C-F865-55FCC70D5B99}" dt="2025-10-08T00:39:49.663" v="694"/>
          <ac:spMkLst>
            <pc:docMk/>
            <pc:sldMk cId="968146711" sldId="257"/>
            <ac:spMk id="84" creationId="{08CB54FC-0B2A-4107-9A70-958B90B76585}"/>
          </ac:spMkLst>
        </pc:spChg>
        <pc:spChg chg="add del">
          <ac:chgData name="Julia Johnson" userId="S::jjoh1175@students.kennesaw.edu::bece193e-bc41-4e93-bd62-ef751322be5f" providerId="AD" clId="Web-{70381CDC-71F9-375C-F865-55FCC70D5B99}" dt="2025-10-08T00:39:49.663" v="694"/>
          <ac:spMkLst>
            <pc:docMk/>
            <pc:sldMk cId="968146711" sldId="257"/>
            <ac:spMk id="86" creationId="{9AA76026-5689-4584-8D93-D71D739E61B5}"/>
          </ac:spMkLst>
        </pc:spChg>
        <pc:spChg chg="add del">
          <ac:chgData name="Julia Johnson" userId="S::jjoh1175@students.kennesaw.edu::bece193e-bc41-4e93-bd62-ef751322be5f" providerId="AD" clId="Web-{70381CDC-71F9-375C-F865-55FCC70D5B99}" dt="2025-10-08T00:39:54.195" v="696"/>
          <ac:spMkLst>
            <pc:docMk/>
            <pc:sldMk cId="968146711" sldId="257"/>
            <ac:spMk id="88" creationId="{13BCCAE5-A35B-4B66-A4A7-E23C34A403A4}"/>
          </ac:spMkLst>
        </pc:spChg>
        <pc:spChg chg="add del">
          <ac:chgData name="Julia Johnson" userId="S::jjoh1175@students.kennesaw.edu::bece193e-bc41-4e93-bd62-ef751322be5f" providerId="AD" clId="Web-{70381CDC-71F9-375C-F865-55FCC70D5B99}" dt="2025-10-08T00:39:54.195" v="696"/>
          <ac:spMkLst>
            <pc:docMk/>
            <pc:sldMk cId="968146711" sldId="257"/>
            <ac:spMk id="90" creationId="{FEC9799F-A0B8-45B9-8164-71F2838922CE}"/>
          </ac:spMkLst>
        </pc:spChg>
        <pc:spChg chg="add">
          <ac:chgData name="Julia Johnson" userId="S::jjoh1175@students.kennesaw.edu::bece193e-bc41-4e93-bd62-ef751322be5f" providerId="AD" clId="Web-{70381CDC-71F9-375C-F865-55FCC70D5B99}" dt="2025-10-08T00:39:54.195" v="697"/>
          <ac:spMkLst>
            <pc:docMk/>
            <pc:sldMk cId="968146711" sldId="257"/>
            <ac:spMk id="92" creationId="{13BCCAE5-A35B-4B66-A4A7-E23C34A403A4}"/>
          </ac:spMkLst>
        </pc:spChg>
        <pc:spChg chg="add">
          <ac:chgData name="Julia Johnson" userId="S::jjoh1175@students.kennesaw.edu::bece193e-bc41-4e93-bd62-ef751322be5f" providerId="AD" clId="Web-{70381CDC-71F9-375C-F865-55FCC70D5B99}" dt="2025-10-08T00:39:54.195" v="697"/>
          <ac:spMkLst>
            <pc:docMk/>
            <pc:sldMk cId="968146711" sldId="257"/>
            <ac:spMk id="94" creationId="{CB06839E-D8C3-4A74-BA2B-3B97E7B2CDB5}"/>
          </ac:spMkLst>
        </pc:spChg>
        <pc:picChg chg="mod ord modCrop">
          <ac:chgData name="Julia Johnson" userId="S::jjoh1175@students.kennesaw.edu::bece193e-bc41-4e93-bd62-ef751322be5f" providerId="AD" clId="Web-{70381CDC-71F9-375C-F865-55FCC70D5B99}" dt="2025-10-08T00:40:08.618" v="700" actId="1076"/>
          <ac:picMkLst>
            <pc:docMk/>
            <pc:sldMk cId="968146711" sldId="257"/>
            <ac:picMk id="4" creationId="{460D1977-D919-477D-ACA4-D09B89DA6F65}"/>
          </ac:picMkLst>
        </pc:picChg>
        <pc:cxnChg chg="del">
          <ac:chgData name="Julia Johnson" userId="S::jjoh1175@students.kennesaw.edu::bece193e-bc41-4e93-bd62-ef751322be5f" providerId="AD" clId="Web-{70381CDC-71F9-375C-F865-55FCC70D5B99}" dt="2025-10-08T00:27:38.944" v="453"/>
          <ac:cxnSpMkLst>
            <pc:docMk/>
            <pc:sldMk cId="968146711" sldId="257"/>
            <ac:cxnSpMk id="26" creationId="{7855A9B5-1710-4B19-B0F1-CDFDD4ED5B7E}"/>
          </ac:cxnSpMkLst>
        </pc:cxnChg>
        <pc:cxnChg chg="add del">
          <ac:chgData name="Julia Johnson" userId="S::jjoh1175@students.kennesaw.edu::bece193e-bc41-4e93-bd62-ef751322be5f" providerId="AD" clId="Web-{70381CDC-71F9-375C-F865-55FCC70D5B99}" dt="2025-10-08T00:29:17.885" v="457"/>
          <ac:cxnSpMkLst>
            <pc:docMk/>
            <pc:sldMk cId="968146711" sldId="257"/>
            <ac:cxnSpMk id="35" creationId="{CF117E1C-E964-4433-B1A8-BB2301D0FF14}"/>
          </ac:cxnSpMkLst>
        </pc:cxnChg>
        <pc:cxnChg chg="add del">
          <ac:chgData name="Julia Johnson" userId="S::jjoh1175@students.kennesaw.edu::bece193e-bc41-4e93-bd62-ef751322be5f" providerId="AD" clId="Web-{70381CDC-71F9-375C-F865-55FCC70D5B99}" dt="2025-10-08T00:31:27.701" v="465"/>
          <ac:cxnSpMkLst>
            <pc:docMk/>
            <pc:sldMk cId="968146711" sldId="257"/>
            <ac:cxnSpMk id="44" creationId="{7855A9B5-1710-4B19-B0F1-CDFDD4ED5B7E}"/>
          </ac:cxnSpMkLst>
        </pc:cxnChg>
        <pc:cxnChg chg="add del">
          <ac:chgData name="Julia Johnson" userId="S::jjoh1175@students.kennesaw.edu::bece193e-bc41-4e93-bd62-ef751322be5f" providerId="AD" clId="Web-{70381CDC-71F9-375C-F865-55FCC70D5B99}" dt="2025-10-08T00:31:56.264" v="469"/>
          <ac:cxnSpMkLst>
            <pc:docMk/>
            <pc:sldMk cId="968146711" sldId="257"/>
            <ac:cxnSpMk id="53" creationId="{6987BDFB-DE64-4B56-B44F-45FAE19FA94E}"/>
          </ac:cxnSpMkLst>
        </pc:cxnChg>
        <pc:cxnChg chg="add del">
          <ac:chgData name="Julia Johnson" userId="S::jjoh1175@students.kennesaw.edu::bece193e-bc41-4e93-bd62-ef751322be5f" providerId="AD" clId="Web-{70381CDC-71F9-375C-F865-55FCC70D5B99}" dt="2025-10-08T00:32:21.624" v="472"/>
          <ac:cxnSpMkLst>
            <pc:docMk/>
            <pc:sldMk cId="968146711" sldId="257"/>
            <ac:cxnSpMk id="62" creationId="{754A678E-8F30-4E92-A5BF-F5D03D011394}"/>
          </ac:cxnSpMkLst>
        </pc:cxnChg>
        <pc:cxnChg chg="add del">
          <ac:chgData name="Julia Johnson" userId="S::jjoh1175@students.kennesaw.edu::bece193e-bc41-4e93-bd62-ef751322be5f" providerId="AD" clId="Web-{70381CDC-71F9-375C-F865-55FCC70D5B99}" dt="2025-10-08T00:39:54.195" v="697"/>
          <ac:cxnSpMkLst>
            <pc:docMk/>
            <pc:sldMk cId="968146711" sldId="257"/>
            <ac:cxnSpMk id="71" creationId="{7855A9B5-1710-4B19-B0F1-CDFDD4ED5B7E}"/>
          </ac:cxnSpMkLst>
        </pc:cxnChg>
        <pc:cxnChg chg="add del">
          <ac:chgData name="Julia Johnson" userId="S::jjoh1175@students.kennesaw.edu::bece193e-bc41-4e93-bd62-ef751322be5f" providerId="AD" clId="Web-{70381CDC-71F9-375C-F865-55FCC70D5B99}" dt="2025-10-08T00:39:38.490" v="692"/>
          <ac:cxnSpMkLst>
            <pc:docMk/>
            <pc:sldMk cId="968146711" sldId="257"/>
            <ac:cxnSpMk id="80" creationId="{754A678E-8F30-4E92-A5BF-F5D03D011394}"/>
          </ac:cxnSpMkLst>
        </pc:cxnChg>
        <pc:cxnChg chg="add del">
          <ac:chgData name="Julia Johnson" userId="S::jjoh1175@students.kennesaw.edu::bece193e-bc41-4e93-bd62-ef751322be5f" providerId="AD" clId="Web-{70381CDC-71F9-375C-F865-55FCC70D5B99}" dt="2025-10-08T00:39:49.663" v="694"/>
          <ac:cxnSpMkLst>
            <pc:docMk/>
            <pc:sldMk cId="968146711" sldId="257"/>
            <ac:cxnSpMk id="85" creationId="{7855A9B5-1710-4B19-B0F1-CDFDD4ED5B7E}"/>
          </ac:cxnSpMkLst>
        </pc:cxnChg>
        <pc:cxnChg chg="add del">
          <ac:chgData name="Julia Johnson" userId="S::jjoh1175@students.kennesaw.edu::bece193e-bc41-4e93-bd62-ef751322be5f" providerId="AD" clId="Web-{70381CDC-71F9-375C-F865-55FCC70D5B99}" dt="2025-10-08T00:39:54.195" v="696"/>
          <ac:cxnSpMkLst>
            <pc:docMk/>
            <pc:sldMk cId="968146711" sldId="257"/>
            <ac:cxnSpMk id="89" creationId="{6987BDFB-DE64-4B56-B44F-45FAE19FA94E}"/>
          </ac:cxnSpMkLst>
        </pc:cxnChg>
        <pc:cxnChg chg="add">
          <ac:chgData name="Julia Johnson" userId="S::jjoh1175@students.kennesaw.edu::bece193e-bc41-4e93-bd62-ef751322be5f" providerId="AD" clId="Web-{70381CDC-71F9-375C-F865-55FCC70D5B99}" dt="2025-10-08T00:39:54.195" v="697"/>
          <ac:cxnSpMkLst>
            <pc:docMk/>
            <pc:sldMk cId="968146711" sldId="257"/>
            <ac:cxnSpMk id="93" creationId="{6987BDFB-DE64-4B56-B44F-45FAE19FA94E}"/>
          </ac:cxnSpMkLst>
        </pc:cxnChg>
      </pc:sldChg>
      <pc:sldChg chg="addSp delSp modSp">
        <pc:chgData name="Julia Johnson" userId="S::jjoh1175@students.kennesaw.edu::bece193e-bc41-4e93-bd62-ef751322be5f" providerId="AD" clId="Web-{70381CDC-71F9-375C-F865-55FCC70D5B99}" dt="2025-10-08T00:27:25.100" v="452"/>
        <pc:sldMkLst>
          <pc:docMk/>
          <pc:sldMk cId="4272700521" sldId="259"/>
        </pc:sldMkLst>
        <pc:spChg chg="mod">
          <ac:chgData name="Julia Johnson" userId="S::jjoh1175@students.kennesaw.edu::bece193e-bc41-4e93-bd62-ef751322be5f" providerId="AD" clId="Web-{70381CDC-71F9-375C-F865-55FCC70D5B99}" dt="2025-10-08T00:27:25.100" v="452"/>
          <ac:spMkLst>
            <pc:docMk/>
            <pc:sldMk cId="4272700521" sldId="259"/>
            <ac:spMk id="2" creationId="{07EDFE65-6303-475D-A8F6-6ED165C42F4D}"/>
          </ac:spMkLst>
        </pc:spChg>
        <pc:spChg chg="mod ord">
          <ac:chgData name="Julia Johnson" userId="S::jjoh1175@students.kennesaw.edu::bece193e-bc41-4e93-bd62-ef751322be5f" providerId="AD" clId="Web-{70381CDC-71F9-375C-F865-55FCC70D5B99}" dt="2025-10-08T00:27:25.100" v="452"/>
          <ac:spMkLst>
            <pc:docMk/>
            <pc:sldMk cId="4272700521" sldId="259"/>
            <ac:spMk id="21" creationId="{3E6AD419-D6AE-46C8-A003-0F82B30E8004}"/>
          </ac:spMkLst>
        </pc:spChg>
        <pc:spChg chg="del">
          <ac:chgData name="Julia Johnson" userId="S::jjoh1175@students.kennesaw.edu::bece193e-bc41-4e93-bd62-ef751322be5f" providerId="AD" clId="Web-{70381CDC-71F9-375C-F865-55FCC70D5B99}" dt="2025-10-08T00:27:25.100" v="452"/>
          <ac:spMkLst>
            <pc:docMk/>
            <pc:sldMk cId="4272700521" sldId="259"/>
            <ac:spMk id="33" creationId="{69426B45-4C4F-4D52-8537-76E9A5B89E2F}"/>
          </ac:spMkLst>
        </pc:spChg>
        <pc:spChg chg="del">
          <ac:chgData name="Julia Johnson" userId="S::jjoh1175@students.kennesaw.edu::bece193e-bc41-4e93-bd62-ef751322be5f" providerId="AD" clId="Web-{70381CDC-71F9-375C-F865-55FCC70D5B99}" dt="2025-10-08T00:27:25.100" v="452"/>
          <ac:spMkLst>
            <pc:docMk/>
            <pc:sldMk cId="4272700521" sldId="259"/>
            <ac:spMk id="37" creationId="{67E6FB20-7663-466F-A928-9371C34F955C}"/>
          </ac:spMkLst>
        </pc:spChg>
        <pc:spChg chg="add">
          <ac:chgData name="Julia Johnson" userId="S::jjoh1175@students.kennesaw.edu::bece193e-bc41-4e93-bd62-ef751322be5f" providerId="AD" clId="Web-{70381CDC-71F9-375C-F865-55FCC70D5B99}" dt="2025-10-08T00:27:25.100" v="452"/>
          <ac:spMkLst>
            <pc:docMk/>
            <pc:sldMk cId="4272700521" sldId="259"/>
            <ac:spMk id="42" creationId="{873ECEC8-0F24-45B8-950F-35FC94BCEAC8}"/>
          </ac:spMkLst>
        </pc:spChg>
        <pc:spChg chg="add">
          <ac:chgData name="Julia Johnson" userId="S::jjoh1175@students.kennesaw.edu::bece193e-bc41-4e93-bd62-ef751322be5f" providerId="AD" clId="Web-{70381CDC-71F9-375C-F865-55FCC70D5B99}" dt="2025-10-08T00:27:25.100" v="452"/>
          <ac:spMkLst>
            <pc:docMk/>
            <pc:sldMk cId="4272700521" sldId="259"/>
            <ac:spMk id="46" creationId="{8B53612E-ADB2-4457-9688-89506397AF28}"/>
          </ac:spMkLst>
        </pc:spChg>
        <pc:picChg chg="del">
          <ac:chgData name="Julia Johnson" userId="S::jjoh1175@students.kennesaw.edu::bece193e-bc41-4e93-bd62-ef751322be5f" providerId="AD" clId="Web-{70381CDC-71F9-375C-F865-55FCC70D5B99}" dt="2025-10-08T00:27:07.037" v="449"/>
          <ac:picMkLst>
            <pc:docMk/>
            <pc:sldMk cId="4272700521" sldId="259"/>
            <ac:picMk id="3" creationId="{674D7053-4538-4375-B1DB-9A0D20CFE3C5}"/>
          </ac:picMkLst>
        </pc:picChg>
        <pc:picChg chg="add mod">
          <ac:chgData name="Julia Johnson" userId="S::jjoh1175@students.kennesaw.edu::bece193e-bc41-4e93-bd62-ef751322be5f" providerId="AD" clId="Web-{70381CDC-71F9-375C-F865-55FCC70D5B99}" dt="2025-10-08T00:27:25.100" v="452"/>
          <ac:picMkLst>
            <pc:docMk/>
            <pc:sldMk cId="4272700521" sldId="259"/>
            <ac:picMk id="4" creationId="{37621B99-DA72-B499-5401-AFA5B27EFB53}"/>
          </ac:picMkLst>
        </pc:picChg>
        <pc:cxnChg chg="del">
          <ac:chgData name="Julia Johnson" userId="S::jjoh1175@students.kennesaw.edu::bece193e-bc41-4e93-bd62-ef751322be5f" providerId="AD" clId="Web-{70381CDC-71F9-375C-F865-55FCC70D5B99}" dt="2025-10-08T00:27:25.100" v="452"/>
          <ac:cxnSpMkLst>
            <pc:docMk/>
            <pc:sldMk cId="4272700521" sldId="259"/>
            <ac:cxnSpMk id="35" creationId="{CF117E1C-E964-4433-B1A8-BB2301D0FF14}"/>
          </ac:cxnSpMkLst>
        </pc:cxnChg>
        <pc:cxnChg chg="add">
          <ac:chgData name="Julia Johnson" userId="S::jjoh1175@students.kennesaw.edu::bece193e-bc41-4e93-bd62-ef751322be5f" providerId="AD" clId="Web-{70381CDC-71F9-375C-F865-55FCC70D5B99}" dt="2025-10-08T00:27:25.100" v="452"/>
          <ac:cxnSpMkLst>
            <pc:docMk/>
            <pc:sldMk cId="4272700521" sldId="259"/>
            <ac:cxnSpMk id="44" creationId="{89EB8C68-FF1B-4849-867B-32D29B19F102}"/>
          </ac:cxnSpMkLst>
        </pc:cxnChg>
      </pc:sldChg>
      <pc:sldChg chg="modSp">
        <pc:chgData name="Julia Johnson" userId="S::jjoh1175@students.kennesaw.edu::bece193e-bc41-4e93-bd62-ef751322be5f" providerId="AD" clId="Web-{70381CDC-71F9-375C-F865-55FCC70D5B99}" dt="2025-10-08T00:39:07.113" v="690"/>
        <pc:sldMkLst>
          <pc:docMk/>
          <pc:sldMk cId="2553679561" sldId="262"/>
        </pc:sldMkLst>
        <pc:spChg chg="mod">
          <ac:chgData name="Julia Johnson" userId="S::jjoh1175@students.kennesaw.edu::bece193e-bc41-4e93-bd62-ef751322be5f" providerId="AD" clId="Web-{70381CDC-71F9-375C-F865-55FCC70D5B99}" dt="2025-10-08T00:37:47.331" v="689" actId="20577"/>
          <ac:spMkLst>
            <pc:docMk/>
            <pc:sldMk cId="2553679561" sldId="262"/>
            <ac:spMk id="21" creationId="{3E6AD419-D6AE-46C8-A003-0F82B30E8004}"/>
          </ac:spMkLst>
        </pc:spChg>
        <pc:picChg chg="mod">
          <ac:chgData name="Julia Johnson" userId="S::jjoh1175@students.kennesaw.edu::bece193e-bc41-4e93-bd62-ef751322be5f" providerId="AD" clId="Web-{70381CDC-71F9-375C-F865-55FCC70D5B99}" dt="2025-10-08T00:39:07.113" v="690"/>
          <ac:picMkLst>
            <pc:docMk/>
            <pc:sldMk cId="2553679561" sldId="262"/>
            <ac:picMk id="4" creationId="{187B48F1-83B0-41A0-ABC6-B3A214048DAA}"/>
          </ac:picMkLst>
        </pc:picChg>
      </pc:sldChg>
      <pc:sldChg chg="addSp delSp modSp">
        <pc:chgData name="Julia Johnson" userId="S::jjoh1175@students.kennesaw.edu::bece193e-bc41-4e93-bd62-ef751322be5f" providerId="AD" clId="Web-{70381CDC-71F9-375C-F865-55FCC70D5B99}" dt="2025-10-08T00:20:06.922" v="105" actId="1076"/>
        <pc:sldMkLst>
          <pc:docMk/>
          <pc:sldMk cId="2042044197" sldId="264"/>
        </pc:sldMkLst>
        <pc:spChg chg="add del mod">
          <ac:chgData name="Julia Johnson" userId="S::jjoh1175@students.kennesaw.edu::bece193e-bc41-4e93-bd62-ef751322be5f" providerId="AD" clId="Web-{70381CDC-71F9-375C-F865-55FCC70D5B99}" dt="2025-10-08T00:10:48.583" v="1"/>
          <ac:spMkLst>
            <pc:docMk/>
            <pc:sldMk cId="2042044197" sldId="264"/>
            <ac:spMk id="4" creationId="{C4D2ECB5-B4F3-EDD4-842E-B7C0197E4F55}"/>
          </ac:spMkLst>
        </pc:spChg>
        <pc:spChg chg="add del mod">
          <ac:chgData name="Julia Johnson" userId="S::jjoh1175@students.kennesaw.edu::bece193e-bc41-4e93-bd62-ef751322be5f" providerId="AD" clId="Web-{70381CDC-71F9-375C-F865-55FCC70D5B99}" dt="2025-10-08T00:12:35.805" v="5"/>
          <ac:spMkLst>
            <pc:docMk/>
            <pc:sldMk cId="2042044197" sldId="264"/>
            <ac:spMk id="7" creationId="{61B84823-21A3-7951-89B5-1DFD3B773DFC}"/>
          </ac:spMkLst>
        </pc:spChg>
        <pc:spChg chg="add mod">
          <ac:chgData name="Julia Johnson" userId="S::jjoh1175@students.kennesaw.edu::bece193e-bc41-4e93-bd62-ef751322be5f" providerId="AD" clId="Web-{70381CDC-71F9-375C-F865-55FCC70D5B99}" dt="2025-10-08T00:17:51.139" v="55" actId="20577"/>
          <ac:spMkLst>
            <pc:docMk/>
            <pc:sldMk cId="2042044197" sldId="264"/>
            <ac:spMk id="17" creationId="{F6D25732-E2E1-891D-54D3-61AF5C5C705F}"/>
          </ac:spMkLst>
        </pc:spChg>
        <pc:spChg chg="add del">
          <ac:chgData name="Julia Johnson" userId="S::jjoh1175@students.kennesaw.edu::bece193e-bc41-4e93-bd62-ef751322be5f" providerId="AD" clId="Web-{70381CDC-71F9-375C-F865-55FCC70D5B99}" dt="2025-10-08T00:19:01.733" v="73"/>
          <ac:spMkLst>
            <pc:docMk/>
            <pc:sldMk cId="2042044197" sldId="264"/>
            <ac:spMk id="18" creationId="{75A208F3-C050-CA8C-EBF2-BAC0EB35F71B}"/>
          </ac:spMkLst>
        </pc:spChg>
        <pc:spChg chg="add del">
          <ac:chgData name="Julia Johnson" userId="S::jjoh1175@students.kennesaw.edu::bece193e-bc41-4e93-bd62-ef751322be5f" providerId="AD" clId="Web-{70381CDC-71F9-375C-F865-55FCC70D5B99}" dt="2025-10-08T00:18:59.249" v="72"/>
          <ac:spMkLst>
            <pc:docMk/>
            <pc:sldMk cId="2042044197" sldId="264"/>
            <ac:spMk id="19" creationId="{65FA2768-2CAA-0B48-99C4-415F5A2B31BA}"/>
          </ac:spMkLst>
        </pc:spChg>
        <pc:spChg chg="add mod">
          <ac:chgData name="Julia Johnson" userId="S::jjoh1175@students.kennesaw.edu::bece193e-bc41-4e93-bd62-ef751322be5f" providerId="AD" clId="Web-{70381CDC-71F9-375C-F865-55FCC70D5B99}" dt="2025-10-08T00:19:06.171" v="74" actId="1076"/>
          <ac:spMkLst>
            <pc:docMk/>
            <pc:sldMk cId="2042044197" sldId="264"/>
            <ac:spMk id="20" creationId="{498E0D0B-22F4-0630-E743-A30D401DED13}"/>
          </ac:spMkLst>
        </pc:spChg>
        <pc:spChg chg="add mod">
          <ac:chgData name="Julia Johnson" userId="S::jjoh1175@students.kennesaw.edu::bece193e-bc41-4e93-bd62-ef751322be5f" providerId="AD" clId="Web-{70381CDC-71F9-375C-F865-55FCC70D5B99}" dt="2025-10-08T00:20:06.922" v="105" actId="1076"/>
          <ac:spMkLst>
            <pc:docMk/>
            <pc:sldMk cId="2042044197" sldId="264"/>
            <ac:spMk id="21" creationId="{7714CD30-D53E-41D0-856C-487DDDCFD22E}"/>
          </ac:spMkLst>
        </pc:spChg>
        <pc:spChg chg="add mod">
          <ac:chgData name="Julia Johnson" userId="S::jjoh1175@students.kennesaw.edu::bece193e-bc41-4e93-bd62-ef751322be5f" providerId="AD" clId="Web-{70381CDC-71F9-375C-F865-55FCC70D5B99}" dt="2025-10-08T00:19:43.921" v="90" actId="20577"/>
          <ac:spMkLst>
            <pc:docMk/>
            <pc:sldMk cId="2042044197" sldId="264"/>
            <ac:spMk id="22" creationId="{F54492AB-3805-8B22-4BF2-77CF5637834A}"/>
          </ac:spMkLst>
        </pc:spChg>
        <pc:picChg chg="add del mod">
          <ac:chgData name="Julia Johnson" userId="S::jjoh1175@students.kennesaw.edu::bece193e-bc41-4e93-bd62-ef751322be5f" providerId="AD" clId="Web-{70381CDC-71F9-375C-F865-55FCC70D5B99}" dt="2025-10-08T00:11:02.927" v="4"/>
          <ac:picMkLst>
            <pc:docMk/>
            <pc:sldMk cId="2042044197" sldId="264"/>
            <ac:picMk id="6" creationId="{44BD1CFF-D7A0-4B53-913F-849C6DF0DCBF}"/>
          </ac:picMkLst>
        </pc:picChg>
        <pc:picChg chg="add mod ord modCrop">
          <ac:chgData name="Julia Johnson" userId="S::jjoh1175@students.kennesaw.edu::bece193e-bc41-4e93-bd62-ef751322be5f" providerId="AD" clId="Web-{70381CDC-71F9-375C-F865-55FCC70D5B99}" dt="2025-10-08T00:16:48.732" v="38" actId="1076"/>
          <ac:picMkLst>
            <pc:docMk/>
            <pc:sldMk cId="2042044197" sldId="264"/>
            <ac:picMk id="8" creationId="{C25852A2-23E2-2481-2426-1124BBD2A9A5}"/>
          </ac:picMkLst>
        </pc:picChg>
        <pc:picChg chg="add del">
          <ac:chgData name="Julia Johnson" userId="S::jjoh1175@students.kennesaw.edu::bece193e-bc41-4e93-bd62-ef751322be5f" providerId="AD" clId="Web-{70381CDC-71F9-375C-F865-55FCC70D5B99}" dt="2025-10-08T00:13:04.618" v="17"/>
          <ac:picMkLst>
            <pc:docMk/>
            <pc:sldMk cId="2042044197" sldId="264"/>
            <ac:picMk id="10" creationId="{9BD7F3E7-8DAB-98CF-ABF6-A0DDCCD93649}"/>
          </ac:picMkLst>
        </pc:picChg>
        <pc:picChg chg="add mod">
          <ac:chgData name="Julia Johnson" userId="S::jjoh1175@students.kennesaw.edu::bece193e-bc41-4e93-bd62-ef751322be5f" providerId="AD" clId="Web-{70381CDC-71F9-375C-F865-55FCC70D5B99}" dt="2025-10-08T00:14:19.448" v="31" actId="1076"/>
          <ac:picMkLst>
            <pc:docMk/>
            <pc:sldMk cId="2042044197" sldId="264"/>
            <ac:picMk id="12" creationId="{E7A117C4-E884-77AC-193D-EF7BDF91032E}"/>
          </ac:picMkLst>
        </pc:picChg>
        <pc:picChg chg="add mod">
          <ac:chgData name="Julia Johnson" userId="S::jjoh1175@students.kennesaw.edu::bece193e-bc41-4e93-bd62-ef751322be5f" providerId="AD" clId="Web-{70381CDC-71F9-375C-F865-55FCC70D5B99}" dt="2025-10-08T00:14:11.292" v="30" actId="1076"/>
          <ac:picMkLst>
            <pc:docMk/>
            <pc:sldMk cId="2042044197" sldId="264"/>
            <ac:picMk id="14" creationId="{CC001810-28DE-F6B7-55E7-E5062BF99F6B}"/>
          </ac:picMkLst>
        </pc:picChg>
        <pc:picChg chg="add mod">
          <ac:chgData name="Julia Johnson" userId="S::jjoh1175@students.kennesaw.edu::bece193e-bc41-4e93-bd62-ef751322be5f" providerId="AD" clId="Web-{70381CDC-71F9-375C-F865-55FCC70D5B99}" dt="2025-10-08T00:14:09.573" v="29" actId="1076"/>
          <ac:picMkLst>
            <pc:docMk/>
            <pc:sldMk cId="2042044197" sldId="264"/>
            <ac:picMk id="16" creationId="{A5D05D63-0A4A-6ABF-9705-AA2ED0B75779}"/>
          </ac:picMkLst>
        </pc:picChg>
      </pc:sldChg>
    </pc:docChg>
  </pc:docChgLst>
  <pc:docChgLst>
    <pc:chgData name="Giancarlos Hernandez Mendez" userId="S::gherna39@students.kennesaw.edu::6d1c9635-3454-48f9-b0f8-dbffbdbcbd51" providerId="AD" clId="Web-{99625B34-980F-D088-E83F-601CF55E1C85}"/>
    <pc:docChg chg="modSld">
      <pc:chgData name="Giancarlos Hernandez Mendez" userId="S::gherna39@students.kennesaw.edu::6d1c9635-3454-48f9-b0f8-dbffbdbcbd51" providerId="AD" clId="Web-{99625B34-980F-D088-E83F-601CF55E1C85}" dt="2025-10-08T20:53:49.721" v="5" actId="20577"/>
      <pc:docMkLst>
        <pc:docMk/>
      </pc:docMkLst>
      <pc:sldChg chg="modSp">
        <pc:chgData name="Giancarlos Hernandez Mendez" userId="S::gherna39@students.kennesaw.edu::6d1c9635-3454-48f9-b0f8-dbffbdbcbd51" providerId="AD" clId="Web-{99625B34-980F-D088-E83F-601CF55E1C85}" dt="2025-10-08T20:53:49.721" v="5" actId="20577"/>
        <pc:sldMkLst>
          <pc:docMk/>
          <pc:sldMk cId="3827730903" sldId="261"/>
        </pc:sldMkLst>
        <pc:spChg chg="mod">
          <ac:chgData name="Giancarlos Hernandez Mendez" userId="S::gherna39@students.kennesaw.edu::6d1c9635-3454-48f9-b0f8-dbffbdbcbd51" providerId="AD" clId="Web-{99625B34-980F-D088-E83F-601CF55E1C85}" dt="2025-10-08T20:53:49.721" v="5" actId="20577"/>
          <ac:spMkLst>
            <pc:docMk/>
            <pc:sldMk cId="3827730903" sldId="261"/>
            <ac:spMk id="21" creationId="{3E6AD419-D6AE-46C8-A003-0F82B30E8004}"/>
          </ac:spMkLst>
        </pc:spChg>
      </pc:sldChg>
    </pc:docChg>
  </pc:docChgLst>
  <pc:docChgLst>
    <pc:chgData name="Jalen Tottress" userId="S::jtottres@students.kennesaw.edu::9b8bedd8-bbf4-4df7-85c7-a1d0517546db" providerId="AD" clId="Web-{726A53FD-7DA5-5CD3-0397-A218A424C91D}"/>
    <pc:docChg chg="modSld">
      <pc:chgData name="Jalen Tottress" userId="S::jtottres@students.kennesaw.edu::9b8bedd8-bbf4-4df7-85c7-a1d0517546db" providerId="AD" clId="Web-{726A53FD-7DA5-5CD3-0397-A218A424C91D}" dt="2025-10-06T21:48:42.481" v="1" actId="20577"/>
      <pc:docMkLst>
        <pc:docMk/>
      </pc:docMkLst>
      <pc:sldChg chg="modSp">
        <pc:chgData name="Jalen Tottress" userId="S::jtottres@students.kennesaw.edu::9b8bedd8-bbf4-4df7-85c7-a1d0517546db" providerId="AD" clId="Web-{726A53FD-7DA5-5CD3-0397-A218A424C91D}" dt="2025-10-06T21:48:36.934" v="0" actId="20577"/>
        <pc:sldMkLst>
          <pc:docMk/>
          <pc:sldMk cId="2173562550" sldId="260"/>
        </pc:sldMkLst>
        <pc:spChg chg="mod">
          <ac:chgData name="Jalen Tottress" userId="S::jtottres@students.kennesaw.edu::9b8bedd8-bbf4-4df7-85c7-a1d0517546db" providerId="AD" clId="Web-{726A53FD-7DA5-5CD3-0397-A218A424C91D}" dt="2025-10-06T21:48:36.934" v="0" actId="20577"/>
          <ac:spMkLst>
            <pc:docMk/>
            <pc:sldMk cId="2173562550" sldId="260"/>
            <ac:spMk id="2" creationId="{07EDFE65-6303-475D-A8F6-6ED165C42F4D}"/>
          </ac:spMkLst>
        </pc:spChg>
      </pc:sldChg>
      <pc:sldChg chg="modSp">
        <pc:chgData name="Jalen Tottress" userId="S::jtottres@students.kennesaw.edu::9b8bedd8-bbf4-4df7-85c7-a1d0517546db" providerId="AD" clId="Web-{726A53FD-7DA5-5CD3-0397-A218A424C91D}" dt="2025-10-06T21:48:42.481" v="1" actId="20577"/>
        <pc:sldMkLst>
          <pc:docMk/>
          <pc:sldMk cId="3827730903" sldId="261"/>
        </pc:sldMkLst>
        <pc:spChg chg="mod">
          <ac:chgData name="Jalen Tottress" userId="S::jtottres@students.kennesaw.edu::9b8bedd8-bbf4-4df7-85c7-a1d0517546db" providerId="AD" clId="Web-{726A53FD-7DA5-5CD3-0397-A218A424C91D}" dt="2025-10-06T21:48:42.481" v="1" actId="20577"/>
          <ac:spMkLst>
            <pc:docMk/>
            <pc:sldMk cId="3827730903" sldId="261"/>
            <ac:spMk id="2" creationId="{07EDFE65-6303-475D-A8F6-6ED165C42F4D}"/>
          </ac:spMkLst>
        </pc:spChg>
      </pc:sldChg>
    </pc:docChg>
  </pc:docChgLst>
  <pc:docChgLst>
    <pc:chgData name="Julia Johnson" userId="S::jjoh1175@students.kennesaw.edu::bece193e-bc41-4e93-bd62-ef751322be5f" providerId="AD" clId="Web-{DDDE984F-0E3D-91D4-6B01-9F2E65CC45F2}"/>
    <pc:docChg chg="modSld">
      <pc:chgData name="Julia Johnson" userId="S::jjoh1175@students.kennesaw.edu::bece193e-bc41-4e93-bd62-ef751322be5f" providerId="AD" clId="Web-{DDDE984F-0E3D-91D4-6B01-9F2E65CC45F2}" dt="2025-10-08T19:53:34.946" v="21" actId="20577"/>
      <pc:docMkLst>
        <pc:docMk/>
      </pc:docMkLst>
      <pc:sldChg chg="modSp">
        <pc:chgData name="Julia Johnson" userId="S::jjoh1175@students.kennesaw.edu::bece193e-bc41-4e93-bd62-ef751322be5f" providerId="AD" clId="Web-{DDDE984F-0E3D-91D4-6B01-9F2E65CC45F2}" dt="2025-10-08T19:53:12.992" v="9" actId="1076"/>
        <pc:sldMkLst>
          <pc:docMk/>
          <pc:sldMk cId="109857222" sldId="256"/>
        </pc:sldMkLst>
        <pc:spChg chg="mod">
          <ac:chgData name="Julia Johnson" userId="S::jjoh1175@students.kennesaw.edu::bece193e-bc41-4e93-bd62-ef751322be5f" providerId="AD" clId="Web-{DDDE984F-0E3D-91D4-6B01-9F2E65CC45F2}" dt="2025-10-08T19:53:06.850" v="8" actId="1076"/>
          <ac:spMkLst>
            <pc:docMk/>
            <pc:sldMk cId="109857222" sldId="256"/>
            <ac:spMk id="2" creationId="{00000000-0000-0000-0000-000000000000}"/>
          </ac:spMkLst>
        </pc:spChg>
        <pc:spChg chg="mod">
          <ac:chgData name="Julia Johnson" userId="S::jjoh1175@students.kennesaw.edu::bece193e-bc41-4e93-bd62-ef751322be5f" providerId="AD" clId="Web-{DDDE984F-0E3D-91D4-6B01-9F2E65CC45F2}" dt="2025-10-08T19:53:12.992" v="9" actId="1076"/>
          <ac:spMkLst>
            <pc:docMk/>
            <pc:sldMk cId="109857222" sldId="256"/>
            <ac:spMk id="3" creationId="{00000000-0000-0000-0000-000000000000}"/>
          </ac:spMkLst>
        </pc:spChg>
      </pc:sldChg>
      <pc:sldChg chg="modSp">
        <pc:chgData name="Julia Johnson" userId="S::jjoh1175@students.kennesaw.edu::bece193e-bc41-4e93-bd62-ef751322be5f" providerId="AD" clId="Web-{DDDE984F-0E3D-91D4-6B01-9F2E65CC45F2}" dt="2025-10-08T19:52:52.393" v="7" actId="20577"/>
        <pc:sldMkLst>
          <pc:docMk/>
          <pc:sldMk cId="2839756989" sldId="258"/>
        </pc:sldMkLst>
        <pc:spChg chg="mod">
          <ac:chgData name="Julia Johnson" userId="S::jjoh1175@students.kennesaw.edu::bece193e-bc41-4e93-bd62-ef751322be5f" providerId="AD" clId="Web-{DDDE984F-0E3D-91D4-6B01-9F2E65CC45F2}" dt="2025-10-08T19:52:52.393" v="7" actId="20577"/>
          <ac:spMkLst>
            <pc:docMk/>
            <pc:sldMk cId="2839756989" sldId="258"/>
            <ac:spMk id="2" creationId="{07EDFE65-6303-475D-A8F6-6ED165C42F4D}"/>
          </ac:spMkLst>
        </pc:spChg>
      </pc:sldChg>
      <pc:sldChg chg="modSp">
        <pc:chgData name="Julia Johnson" userId="S::jjoh1175@students.kennesaw.edu::bece193e-bc41-4e93-bd62-ef751322be5f" providerId="AD" clId="Web-{DDDE984F-0E3D-91D4-6B01-9F2E65CC45F2}" dt="2025-10-08T19:52:16.347" v="1" actId="20577"/>
        <pc:sldMkLst>
          <pc:docMk/>
          <pc:sldMk cId="3722344676" sldId="263"/>
        </pc:sldMkLst>
        <pc:spChg chg="mod">
          <ac:chgData name="Julia Johnson" userId="S::jjoh1175@students.kennesaw.edu::bece193e-bc41-4e93-bd62-ef751322be5f" providerId="AD" clId="Web-{DDDE984F-0E3D-91D4-6B01-9F2E65CC45F2}" dt="2025-10-08T19:52:16.347" v="1" actId="20577"/>
          <ac:spMkLst>
            <pc:docMk/>
            <pc:sldMk cId="3722344676" sldId="263"/>
            <ac:spMk id="2" creationId="{07EDFE65-6303-475D-A8F6-6ED165C42F4D}"/>
          </ac:spMkLst>
        </pc:spChg>
      </pc:sldChg>
      <pc:sldChg chg="modSp">
        <pc:chgData name="Julia Johnson" userId="S::jjoh1175@students.kennesaw.edu::bece193e-bc41-4e93-bd62-ef751322be5f" providerId="AD" clId="Web-{DDDE984F-0E3D-91D4-6B01-9F2E65CC45F2}" dt="2025-10-08T19:53:34.946" v="21" actId="20577"/>
        <pc:sldMkLst>
          <pc:docMk/>
          <pc:sldMk cId="2042044197" sldId="264"/>
        </pc:sldMkLst>
        <pc:spChg chg="mod">
          <ac:chgData name="Julia Johnson" userId="S::jjoh1175@students.kennesaw.edu::bece193e-bc41-4e93-bd62-ef751322be5f" providerId="AD" clId="Web-{DDDE984F-0E3D-91D4-6B01-9F2E65CC45F2}" dt="2025-10-08T19:53:34.946" v="21" actId="20577"/>
          <ac:spMkLst>
            <pc:docMk/>
            <pc:sldMk cId="2042044197" sldId="264"/>
            <ac:spMk id="2" creationId="{07EDFE65-6303-475D-A8F6-6ED165C42F4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10/8/2025</a:t>
            </a:fld>
            <a:endParaRPr lang="en-US"/>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201704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10/8/2025</a:t>
            </a:fld>
            <a:endParaRPr lang="en-US"/>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532625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10/8/2025</a:t>
            </a:fld>
            <a:endParaRPr lang="en-US"/>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18602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10/8/2025</a:t>
            </a:fld>
            <a:endParaRPr lang="en-US"/>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0874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10/8/2025</a:t>
            </a:fld>
            <a:endParaRPr lang="en-US"/>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863917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10/8/2025</a:t>
            </a:fld>
            <a:endParaRPr lang="en-US"/>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98922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10/8/2025</a:t>
            </a:fld>
            <a:endParaRPr lang="en-US"/>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26519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10/8/2025</a:t>
            </a:fld>
            <a:endParaRPr lang="en-US"/>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a:p>
        </p:txBody>
      </p:sp>
    </p:spTree>
    <p:extLst>
      <p:ext uri="{BB962C8B-B14F-4D97-AF65-F5344CB8AC3E}">
        <p14:creationId xmlns:p14="http://schemas.microsoft.com/office/powerpoint/2010/main" val="2704709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10/8/2025</a:t>
            </a:fld>
            <a:endParaRPr lang="en-US"/>
          </a:p>
        </p:txBody>
      </p:sp>
      <p:sp>
        <p:nvSpPr>
          <p:cNvPr id="6" name="Footer Placeholder 5"/>
          <p:cNvSpPr>
            <a:spLocks noGrp="1"/>
          </p:cNvSpPr>
          <p:nvPr>
            <p:ph type="ftr" sz="quarter" idx="11"/>
          </p:nvPr>
        </p:nvSpPr>
        <p:spPr>
          <a:xfrm>
            <a:off x="1097279" y="6446838"/>
            <a:ext cx="6818262" cy="365125"/>
          </a:xfr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740196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10/8/2025</a:t>
            </a:fld>
            <a:endParaRPr lang="en-US"/>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184250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10/8/2025</a:t>
            </a:fld>
            <a:endParaRPr lang="en-US"/>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255464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10/8/2025</a:t>
            </a:fld>
            <a:endParaRPr lang="en-US"/>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1135281"/>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research.va.gov/research_in_action/Replacement-fingers-for-men-and-women.cfm" TargetMode="External"/><Relationship Id="rId2" Type="http://schemas.openxmlformats.org/officeDocument/2006/relationships/hyperlink" Target="https://www.cdc.gov/vision-health/data-research/vision-loss-facts/index.html#:~:text=Approximately%207%20million%20people%20in,more%20than%20double%20by%202050."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779F603-B669-4AD6-82F9-E09F7616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761886" y="620720"/>
            <a:ext cx="6426180" cy="2808122"/>
          </a:xfrm>
        </p:spPr>
        <p:txBody>
          <a:bodyPr>
            <a:normAutofit/>
          </a:bodyPr>
          <a:lstStyle/>
          <a:p>
            <a:r>
              <a:rPr lang="en-US" sz="4800" b="1">
                <a:solidFill>
                  <a:schemeClr val="accent6">
                    <a:lumMod val="75000"/>
                  </a:schemeClr>
                </a:solidFill>
                <a:ea typeface="Calibri Light"/>
                <a:cs typeface="Calibri Light"/>
              </a:rPr>
              <a:t>Half-Byte Solutions</a:t>
            </a:r>
          </a:p>
        </p:txBody>
      </p:sp>
      <p:sp>
        <p:nvSpPr>
          <p:cNvPr id="3" name="Subtitle 2"/>
          <p:cNvSpPr>
            <a:spLocks noGrp="1"/>
          </p:cNvSpPr>
          <p:nvPr>
            <p:ph type="subTitle" idx="1"/>
          </p:nvPr>
        </p:nvSpPr>
        <p:spPr>
          <a:xfrm>
            <a:off x="5496490" y="3761172"/>
            <a:ext cx="6202734" cy="1678781"/>
          </a:xfrm>
        </p:spPr>
        <p:txBody>
          <a:bodyPr vert="horz" lIns="91440" tIns="45720" rIns="91440" bIns="45720" rtlCol="0" anchor="t">
            <a:normAutofit/>
          </a:bodyPr>
          <a:lstStyle/>
          <a:p>
            <a:r>
              <a:rPr lang="en-US" sz="3600" err="1">
                <a:ea typeface="Calibri"/>
                <a:cs typeface="Calibri"/>
              </a:rPr>
              <a:t>Flextype</a:t>
            </a:r>
            <a:r>
              <a:rPr lang="en-US" sz="3600">
                <a:ea typeface="Calibri"/>
                <a:cs typeface="Calibri"/>
              </a:rPr>
              <a:t> </a:t>
            </a:r>
            <a:r>
              <a:rPr lang="en-US" sz="3600" err="1">
                <a:ea typeface="Calibri"/>
                <a:cs typeface="Calibri"/>
              </a:rPr>
              <a:t>emg</a:t>
            </a:r>
            <a:r>
              <a:rPr lang="en-US" sz="3600">
                <a:ea typeface="Calibri"/>
                <a:cs typeface="Calibri"/>
              </a:rPr>
              <a:t> keyboard</a:t>
            </a:r>
          </a:p>
          <a:p>
            <a:endParaRPr lang="en-US" sz="2000">
              <a:cs typeface="Calibri"/>
            </a:endParaRPr>
          </a:p>
        </p:txBody>
      </p:sp>
      <p:cxnSp>
        <p:nvCxnSpPr>
          <p:cNvPr id="22" name="Straight Connector 21">
            <a:extLst>
              <a:ext uri="{FF2B5EF4-FFF2-40B4-BE49-F238E27FC236}">
                <a16:creationId xmlns:a16="http://schemas.microsoft.com/office/drawing/2014/main" id="{7ABFD994-C2DC-4E7D-9411-C7FF7813E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01663" y="3588862"/>
            <a:ext cx="5486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798DCFB-14B6-4508-990A-13AB676C2F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5" descr="A close up of a logo&#10;&#10;Description automatically generated">
            <a:extLst>
              <a:ext uri="{FF2B5EF4-FFF2-40B4-BE49-F238E27FC236}">
                <a16:creationId xmlns:a16="http://schemas.microsoft.com/office/drawing/2014/main" id="{8B3E5286-4F1E-4722-BBE9-8BE356E68BCA}"/>
              </a:ext>
            </a:extLst>
          </p:cNvPr>
          <p:cNvPicPr>
            <a:picLocks noChangeAspect="1"/>
          </p:cNvPicPr>
          <p:nvPr/>
        </p:nvPicPr>
        <p:blipFill>
          <a:blip r:embed="rId2"/>
          <a:stretch>
            <a:fillRect/>
          </a:stretch>
        </p:blipFill>
        <p:spPr>
          <a:xfrm>
            <a:off x="807244" y="1790535"/>
            <a:ext cx="3588544" cy="110999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 name="Rectangle 91">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1097280" y="286603"/>
            <a:ext cx="10058400" cy="1450757"/>
          </a:xfrm>
        </p:spPr>
        <p:txBody>
          <a:bodyPr vert="horz" lIns="91440" tIns="45720" rIns="91440" bIns="45720" rtlCol="0">
            <a:normAutofit/>
          </a:bodyPr>
          <a:lstStyle/>
          <a:p>
            <a:r>
              <a:rPr lang="en-US" b="1"/>
              <a:t>The Problem</a:t>
            </a:r>
            <a:endParaRPr lang="en-US" b="1">
              <a:cs typeface="Calibri Light"/>
            </a:endParaRPr>
          </a:p>
        </p:txBody>
      </p:sp>
      <p:cxnSp>
        <p:nvCxnSpPr>
          <p:cNvPr id="93" name="Straight Connector 92">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0">
            <a:extLst>
              <a:ext uri="{FF2B5EF4-FFF2-40B4-BE49-F238E27FC236}">
                <a16:creationId xmlns:a16="http://schemas.microsoft.com/office/drawing/2014/main" id="{3E6AD419-D6AE-46C8-A003-0F82B30E8004}"/>
              </a:ext>
            </a:extLst>
          </p:cNvPr>
          <p:cNvSpPr>
            <a:spLocks noGrp="1"/>
          </p:cNvSpPr>
          <p:nvPr>
            <p:ph idx="1"/>
          </p:nvPr>
        </p:nvSpPr>
        <p:spPr>
          <a:xfrm>
            <a:off x="1097281" y="2108201"/>
            <a:ext cx="6388242" cy="3760891"/>
          </a:xfrm>
        </p:spPr>
        <p:txBody>
          <a:bodyPr vert="horz" lIns="0" tIns="45720" rIns="0" bIns="45720" rtlCol="0" anchor="t">
            <a:normAutofit/>
          </a:bodyPr>
          <a:lstStyle/>
          <a:p>
            <a:pPr>
              <a:lnSpc>
                <a:spcPct val="90000"/>
              </a:lnSpc>
              <a:buFont typeface="Wingdings" panose="020F0502020204030204" pitchFamily="34" charset="0"/>
              <a:buChar char="§"/>
            </a:pPr>
            <a:r>
              <a:rPr lang="en-US">
                <a:ea typeface="+mn-lt"/>
                <a:cs typeface="+mn-lt"/>
              </a:rPr>
              <a:t>Individuals with neurological disabilities have difficulty typing due to limited hand motion and motor control</a:t>
            </a:r>
          </a:p>
          <a:p>
            <a:pPr>
              <a:lnSpc>
                <a:spcPct val="90000"/>
              </a:lnSpc>
              <a:buFont typeface="Wingdings" panose="020F0502020204030204" pitchFamily="34" charset="0"/>
              <a:buChar char="§"/>
            </a:pPr>
            <a:r>
              <a:rPr lang="en-US">
                <a:ea typeface="Calibri"/>
                <a:cs typeface="Calibri"/>
              </a:rPr>
              <a:t>There aren't many alternative solutions to traditional keyboards, and the ones available aren't effective for everyone</a:t>
            </a:r>
          </a:p>
          <a:p>
            <a:pPr>
              <a:lnSpc>
                <a:spcPct val="90000"/>
              </a:lnSpc>
              <a:buFont typeface="Wingdings" panose="020F0502020204030204" pitchFamily="34" charset="0"/>
              <a:buChar char="§"/>
            </a:pPr>
            <a:r>
              <a:rPr lang="en-US">
                <a:ea typeface="+mn-lt"/>
                <a:cs typeface="+mn-lt"/>
              </a:rPr>
              <a:t>Anyone can become disabled in their hands and fingers due to age or disease</a:t>
            </a:r>
          </a:p>
          <a:p>
            <a:pPr>
              <a:lnSpc>
                <a:spcPct val="90000"/>
              </a:lnSpc>
              <a:buFont typeface="Wingdings" panose="020F0502020204030204" pitchFamily="34" charset="0"/>
              <a:buChar char="§"/>
            </a:pPr>
            <a:r>
              <a:rPr lang="en-US">
                <a:ea typeface="Calibri"/>
                <a:cs typeface="Calibri" panose="020F0502020204030204"/>
              </a:rPr>
              <a:t>Many people facing this issue either rely on the help of others, or use Voice-to-Text to type. While these solutions work, they don't allow the user to have privacy or independence when typing.</a:t>
            </a:r>
          </a:p>
          <a:p>
            <a:pPr>
              <a:lnSpc>
                <a:spcPct val="90000"/>
              </a:lnSpc>
              <a:buFont typeface="Wingdings" panose="020F0502020204030204" pitchFamily="34" charset="0"/>
              <a:buChar char="§"/>
            </a:pPr>
            <a:endParaRPr lang="en-US">
              <a:ea typeface="Calibri"/>
              <a:cs typeface="Calibri" panose="020F0502020204030204"/>
            </a:endParaRPr>
          </a:p>
        </p:txBody>
      </p:sp>
      <p:pic>
        <p:nvPicPr>
          <p:cNvPr id="4" name="Picture 4" descr="A hand with blue lines around it&#10;&#10;AI-generated content may be incorrect.">
            <a:extLst>
              <a:ext uri="{FF2B5EF4-FFF2-40B4-BE49-F238E27FC236}">
                <a16:creationId xmlns:a16="http://schemas.microsoft.com/office/drawing/2014/main" id="{460D1977-D919-477D-ACA4-D09B89DA6F65}"/>
              </a:ext>
            </a:extLst>
          </p:cNvPr>
          <p:cNvPicPr>
            <a:picLocks noChangeAspect="1"/>
          </p:cNvPicPr>
          <p:nvPr/>
        </p:nvPicPr>
        <p:blipFill>
          <a:blip r:embed="rId2"/>
          <a:srcRect l="4152" r="4152"/>
          <a:stretch>
            <a:fillRect/>
          </a:stretch>
        </p:blipFill>
        <p:spPr>
          <a:xfrm>
            <a:off x="7806125" y="2471801"/>
            <a:ext cx="4061026" cy="3020773"/>
          </a:xfrm>
          <a:prstGeom prst="rect">
            <a:avLst/>
          </a:prstGeom>
        </p:spPr>
      </p:pic>
      <p:sp>
        <p:nvSpPr>
          <p:cNvPr id="94" name="Rectangle 93">
            <a:extLst>
              <a:ext uri="{FF2B5EF4-FFF2-40B4-BE49-F238E27FC236}">
                <a16:creationId xmlns:a16="http://schemas.microsoft.com/office/drawing/2014/main" id="{CB06839E-D8C3-4A74-BA2B-3B97E7B2C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68146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7859485" y="634946"/>
            <a:ext cx="3690257" cy="1450757"/>
          </a:xfrm>
        </p:spPr>
        <p:txBody>
          <a:bodyPr vert="horz" lIns="91440" tIns="45720" rIns="91440" bIns="45720" rtlCol="0">
            <a:normAutofit/>
          </a:bodyPr>
          <a:lstStyle/>
          <a:p>
            <a:r>
              <a:rPr lang="en-US" b="1"/>
              <a:t>The Solution</a:t>
            </a:r>
            <a:endParaRPr lang="en-US" b="1">
              <a:cs typeface="Calibri Light"/>
            </a:endParaRPr>
          </a:p>
        </p:txBody>
      </p:sp>
      <p:pic>
        <p:nvPicPr>
          <p:cNvPr id="4" name="Picture 3" descr="A drawing on a whiteboard&#10;&#10;AI-generated content may be incorrect.">
            <a:extLst>
              <a:ext uri="{FF2B5EF4-FFF2-40B4-BE49-F238E27FC236}">
                <a16:creationId xmlns:a16="http://schemas.microsoft.com/office/drawing/2014/main" id="{37621B99-DA72-B499-5401-AFA5B27EFB53}"/>
              </a:ext>
            </a:extLst>
          </p:cNvPr>
          <p:cNvPicPr>
            <a:picLocks noChangeAspect="1"/>
          </p:cNvPicPr>
          <p:nvPr/>
        </p:nvPicPr>
        <p:blipFill>
          <a:blip r:embed="rId2"/>
          <a:srcRect r="3" b="1714"/>
          <a:stretch>
            <a:fillRect/>
          </a:stretch>
        </p:blipFill>
        <p:spPr>
          <a:xfrm>
            <a:off x="633999" y="640081"/>
            <a:ext cx="6909801" cy="5314406"/>
          </a:xfrm>
          <a:prstGeom prst="rect">
            <a:avLst/>
          </a:prstGeom>
        </p:spPr>
      </p:pic>
      <p:cxnSp>
        <p:nvCxnSpPr>
          <p:cNvPr id="44" name="!!Straight Connector">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42633" y="2250460"/>
            <a:ext cx="34747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0">
            <a:extLst>
              <a:ext uri="{FF2B5EF4-FFF2-40B4-BE49-F238E27FC236}">
                <a16:creationId xmlns:a16="http://schemas.microsoft.com/office/drawing/2014/main" id="{3E6AD419-D6AE-46C8-A003-0F82B30E8004}"/>
              </a:ext>
            </a:extLst>
          </p:cNvPr>
          <p:cNvSpPr>
            <a:spLocks noGrp="1"/>
          </p:cNvSpPr>
          <p:nvPr>
            <p:ph idx="1"/>
          </p:nvPr>
        </p:nvSpPr>
        <p:spPr>
          <a:xfrm>
            <a:off x="7859485" y="2407436"/>
            <a:ext cx="3690257" cy="3461658"/>
          </a:xfrm>
        </p:spPr>
        <p:txBody>
          <a:bodyPr vert="horz" lIns="0" tIns="45720" rIns="0" bIns="45720" rtlCol="0">
            <a:normAutofit/>
          </a:bodyPr>
          <a:lstStyle/>
          <a:p>
            <a:pPr>
              <a:buFont typeface="Wingdings" panose="020F0502020204030204" pitchFamily="34" charset="0"/>
              <a:buChar char="§"/>
            </a:pPr>
            <a:r>
              <a:rPr lang="en-US" sz="1900">
                <a:ea typeface="Calibri"/>
                <a:cs typeface="Calibri"/>
              </a:rPr>
              <a:t>A small, portable EMG device that picks up movements in the hand and uses them to type</a:t>
            </a:r>
          </a:p>
          <a:p>
            <a:pPr>
              <a:buFont typeface="Wingdings" panose="020F0502020204030204" pitchFamily="34" charset="0"/>
              <a:buChar char="§"/>
            </a:pPr>
            <a:r>
              <a:rPr lang="en-US" sz="1900">
                <a:ea typeface="+mn-lt"/>
                <a:cs typeface="+mn-lt"/>
              </a:rPr>
              <a:t> Users learn 8-10 simple gestures for different sets of letters</a:t>
            </a:r>
            <a:endParaRPr lang="en-US" sz="1900">
              <a:ea typeface="Calibri"/>
              <a:cs typeface="Calibri" panose="020F0502020204030204"/>
            </a:endParaRPr>
          </a:p>
          <a:p>
            <a:pPr>
              <a:buFont typeface="Wingdings" panose="020F0502020204030204" pitchFamily="34" charset="0"/>
              <a:buChar char="§"/>
            </a:pPr>
            <a:r>
              <a:rPr lang="en-US" sz="1900">
                <a:ea typeface="Calibri"/>
                <a:cs typeface="Calibri" panose="020F0502020204030204"/>
              </a:rPr>
              <a:t>The device connects to an AI model that understands the gesture being made, then sends the characters to a word prediction model that types out each word </a:t>
            </a:r>
          </a:p>
          <a:p>
            <a:pPr>
              <a:buFont typeface="Wingdings" panose="020F0502020204030204" pitchFamily="34" charset="0"/>
              <a:buChar char="§"/>
            </a:pPr>
            <a:endParaRPr lang="en-US" sz="1900">
              <a:cs typeface="Calibri" panose="020F0502020204030204"/>
            </a:endParaRPr>
          </a:p>
        </p:txBody>
      </p:sp>
      <p:sp>
        <p:nvSpPr>
          <p:cNvPr id="46" name="Rectangle 45">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72700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0"/>
            <a:ext cx="12188952" cy="1905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1097280" y="286603"/>
            <a:ext cx="10058400" cy="1450757"/>
          </a:xfrm>
        </p:spPr>
        <p:txBody>
          <a:bodyPr vert="horz" lIns="91440" tIns="45720" rIns="91440" bIns="45720" rtlCol="0" anchor="ctr">
            <a:normAutofit/>
          </a:bodyPr>
          <a:lstStyle/>
          <a:p>
            <a:pPr algn="ctr"/>
            <a:r>
              <a:rPr lang="en-US" sz="4400" b="1">
                <a:solidFill>
                  <a:srgbClr val="FFFFFF"/>
                </a:solidFill>
              </a:rPr>
              <a:t>Our Value Proposition</a:t>
            </a:r>
            <a:endParaRPr lang="en-US" sz="4400" b="1">
              <a:solidFill>
                <a:srgbClr val="FFFFFF"/>
              </a:solidFill>
              <a:ea typeface="Calibri Light" panose="020F0302020204030204"/>
              <a:cs typeface="Calibri Light"/>
            </a:endParaRPr>
          </a:p>
        </p:txBody>
      </p:sp>
      <p:sp>
        <p:nvSpPr>
          <p:cNvPr id="37" name="Rectangle 36">
            <a:extLst>
              <a:ext uri="{FF2B5EF4-FFF2-40B4-BE49-F238E27FC236}">
                <a16:creationId xmlns:a16="http://schemas.microsoft.com/office/drawing/2014/main" id="{9B834327-03F1-4931-8261-971373A5A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Content Placeholder 3">
            <a:extLst>
              <a:ext uri="{FF2B5EF4-FFF2-40B4-BE49-F238E27FC236}">
                <a16:creationId xmlns:a16="http://schemas.microsoft.com/office/drawing/2014/main" id="{B7069C99-14EE-3CCA-B75C-923CB06515C6}"/>
              </a:ext>
            </a:extLst>
          </p:cNvPr>
          <p:cNvSpPr>
            <a:spLocks noGrp="1"/>
          </p:cNvSpPr>
          <p:nvPr>
            <p:ph idx="1"/>
          </p:nvPr>
        </p:nvSpPr>
        <p:spPr/>
        <p:txBody>
          <a:bodyPr vert="horz" lIns="0" tIns="45720" rIns="0" bIns="45720" rtlCol="0" anchor="t">
            <a:normAutofit/>
          </a:bodyPr>
          <a:lstStyle/>
          <a:p>
            <a:r>
              <a:rPr lang="en-US" sz="3200" b="1" err="1">
                <a:ea typeface="Calibri"/>
                <a:cs typeface="Calibri"/>
              </a:rPr>
              <a:t>FlexType</a:t>
            </a:r>
            <a:r>
              <a:rPr lang="en-US" sz="3200" b="1">
                <a:ea typeface="Calibri"/>
                <a:cs typeface="Calibri"/>
              </a:rPr>
              <a:t>: Freedom to communicate!</a:t>
            </a:r>
          </a:p>
          <a:p>
            <a:r>
              <a:rPr lang="en-US" err="1">
                <a:ea typeface="Calibri"/>
                <a:cs typeface="Calibri"/>
              </a:rPr>
              <a:t>FlexType</a:t>
            </a:r>
            <a:r>
              <a:rPr lang="en-US">
                <a:ea typeface="Calibri"/>
                <a:cs typeface="Calibri"/>
              </a:rPr>
              <a:t> EMG Gesture Keyboard is a wearable device that transforms muscle signals from the user's arm and hand into text, enabling people without fine motor control to communicate seamlessly through text without the need for keyboards or touchscreens. With the help of EMG and IMU sensors, FlexType reads gestures and uses a word prediction model to generate desired words or phrases with high accuracy</a:t>
            </a:r>
          </a:p>
        </p:txBody>
      </p:sp>
    </p:spTree>
    <p:extLst>
      <p:ext uri="{BB962C8B-B14F-4D97-AF65-F5344CB8AC3E}">
        <p14:creationId xmlns:p14="http://schemas.microsoft.com/office/powerpoint/2010/main" val="2839756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1097280" y="286603"/>
            <a:ext cx="6437363" cy="1450757"/>
          </a:xfrm>
        </p:spPr>
        <p:txBody>
          <a:bodyPr vert="horz" lIns="91440" tIns="45720" rIns="91440" bIns="45720" rtlCol="0">
            <a:normAutofit/>
          </a:bodyPr>
          <a:lstStyle/>
          <a:p>
            <a:r>
              <a:rPr lang="en-US" b="1"/>
              <a:t>Target Market Size</a:t>
            </a:r>
            <a:endParaRPr lang="en-US">
              <a:cs typeface="Calibri Light"/>
            </a:endParaRPr>
          </a:p>
        </p:txBody>
      </p:sp>
      <p:cxnSp>
        <p:nvCxnSpPr>
          <p:cNvPr id="44" name="Straight Connector 43">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62179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0">
            <a:extLst>
              <a:ext uri="{FF2B5EF4-FFF2-40B4-BE49-F238E27FC236}">
                <a16:creationId xmlns:a16="http://schemas.microsoft.com/office/drawing/2014/main" id="{3E6AD419-D6AE-46C8-A003-0F82B30E8004}"/>
              </a:ext>
            </a:extLst>
          </p:cNvPr>
          <p:cNvSpPr>
            <a:spLocks noGrp="1"/>
          </p:cNvSpPr>
          <p:nvPr>
            <p:ph idx="1"/>
          </p:nvPr>
        </p:nvSpPr>
        <p:spPr>
          <a:xfrm>
            <a:off x="1097281" y="2108201"/>
            <a:ext cx="6388242" cy="3760891"/>
          </a:xfrm>
        </p:spPr>
        <p:txBody>
          <a:bodyPr vert="horz" lIns="0" tIns="45720" rIns="0" bIns="45720" rtlCol="0" anchor="t">
            <a:normAutofit/>
          </a:bodyPr>
          <a:lstStyle/>
          <a:p>
            <a:pPr>
              <a:buFont typeface="Wingdings" panose="020F0502020204030204" pitchFamily="34" charset="0"/>
              <a:buChar char="§"/>
            </a:pPr>
            <a:r>
              <a:rPr lang="en-US">
                <a:ea typeface="Calibri"/>
                <a:cs typeface="Calibri" panose="020F0502020204030204"/>
              </a:rPr>
              <a:t>The ideal customers would be individuals with limited hand and arm mobility which includes: </a:t>
            </a:r>
          </a:p>
          <a:p>
            <a:pPr marL="566420" lvl="2">
              <a:buFont typeface="Wingdings" panose="020F0502020204030204" pitchFamily="34" charset="0"/>
              <a:buChar char="§"/>
            </a:pPr>
            <a:r>
              <a:rPr lang="en-US">
                <a:ea typeface="Calibri"/>
                <a:cs typeface="Calibri" panose="020F0502020204030204"/>
              </a:rPr>
              <a:t>Neurologically Disabled, ~20-30 million </a:t>
            </a:r>
          </a:p>
          <a:p>
            <a:pPr marL="566420" lvl="2">
              <a:buFont typeface="Wingdings" panose="020F0502020204030204" pitchFamily="34" charset="0"/>
              <a:buChar char="§"/>
            </a:pPr>
            <a:r>
              <a:rPr lang="en-US">
                <a:ea typeface="Calibri"/>
                <a:cs typeface="Calibri" panose="020F0502020204030204"/>
              </a:rPr>
              <a:t>Elderly, ~20 million</a:t>
            </a:r>
          </a:p>
          <a:p>
            <a:pPr>
              <a:buClr>
                <a:srgbClr val="E72940"/>
              </a:buClr>
              <a:buFont typeface="Wingdings" panose="020F0502020204030204" pitchFamily="34" charset="0"/>
              <a:buChar char="§"/>
            </a:pPr>
            <a:r>
              <a:rPr lang="en-US">
                <a:ea typeface="Calibri"/>
                <a:cs typeface="Calibri" panose="020F0502020204030204"/>
              </a:rPr>
              <a:t>Other customers include:</a:t>
            </a:r>
          </a:p>
          <a:p>
            <a:pPr marL="566420" lvl="2">
              <a:buFont typeface="Wingdings" panose="020F0502020204030204" pitchFamily="34" charset="0"/>
              <a:buChar char="§"/>
            </a:pPr>
            <a:r>
              <a:rPr lang="en-US">
                <a:ea typeface="Calibri"/>
                <a:cs typeface="Calibri" panose="020F0502020204030204"/>
              </a:rPr>
              <a:t>Visually Impaired Individuals, ~7 million (</a:t>
            </a:r>
            <a:r>
              <a:rPr lang="en-US">
                <a:ea typeface="Calibri"/>
                <a:cs typeface="Calibri" panose="020F0502020204030204"/>
                <a:hlinkClick r:id="rId2">
                  <a:extLst>
                    <a:ext uri="{A12FA001-AC4F-418D-AE19-62706E023703}">
                      <ahyp:hlinkClr xmlns:ahyp="http://schemas.microsoft.com/office/drawing/2018/hyperlinkcolor" val="tx"/>
                    </a:ext>
                  </a:extLst>
                </a:hlinkClick>
              </a:rPr>
              <a:t>CDC</a:t>
            </a:r>
            <a:r>
              <a:rPr lang="en-US">
                <a:ea typeface="Calibri"/>
                <a:cs typeface="Calibri" panose="020F0502020204030204"/>
              </a:rPr>
              <a:t>)</a:t>
            </a:r>
          </a:p>
          <a:p>
            <a:pPr marL="566420" lvl="2">
              <a:buFont typeface="Wingdings" panose="020F0502020204030204" pitchFamily="34" charset="0"/>
              <a:buChar char="§"/>
            </a:pPr>
            <a:r>
              <a:rPr lang="en-US">
                <a:ea typeface="Calibri"/>
                <a:cs typeface="Calibri" panose="020F0502020204030204"/>
              </a:rPr>
              <a:t>People with missing fingers, 500 thousand (</a:t>
            </a:r>
            <a:r>
              <a:rPr lang="en-US">
                <a:ea typeface="Calibri"/>
                <a:cs typeface="Calibri" panose="020F0502020204030204"/>
                <a:hlinkClick r:id="rId3"/>
              </a:rPr>
              <a:t>VA</a:t>
            </a:r>
            <a:r>
              <a:rPr lang="en-US">
                <a:ea typeface="Calibri"/>
                <a:cs typeface="Calibri" panose="020F0502020204030204"/>
              </a:rPr>
              <a:t>)</a:t>
            </a:r>
          </a:p>
          <a:p>
            <a:pPr>
              <a:buClr>
                <a:srgbClr val="E72940"/>
              </a:buClr>
              <a:buFont typeface="Wingdings" panose="020F0502020204030204" pitchFamily="34" charset="0"/>
              <a:buChar char="§"/>
            </a:pPr>
            <a:r>
              <a:rPr lang="en-US">
                <a:ea typeface="Calibri"/>
                <a:cs typeface="Calibri" panose="020F0502020204030204"/>
              </a:rPr>
              <a:t>The total market size is around 50 – 60 million individuals</a:t>
            </a:r>
          </a:p>
          <a:p>
            <a:pPr>
              <a:buClr>
                <a:srgbClr val="E72940"/>
              </a:buClr>
              <a:buFont typeface="Wingdings" panose="020F0502020204030204" pitchFamily="34" charset="0"/>
              <a:buChar char="§"/>
            </a:pPr>
            <a:r>
              <a:rPr lang="en-US">
                <a:ea typeface="Calibri"/>
                <a:cs typeface="Calibri" panose="020F0502020204030204"/>
              </a:rPr>
              <a:t>Gesture-Controlled Wearables Market: Projected to grow to $21.12 billion by 2034, per Market.us</a:t>
            </a:r>
          </a:p>
          <a:p>
            <a:pPr marL="383540" lvl="1">
              <a:buFont typeface="Courier New" panose="020F0502020204030204" pitchFamily="34" charset="0"/>
              <a:buChar char="o"/>
            </a:pPr>
            <a:endParaRPr lang="en-US">
              <a:ea typeface="Calibri"/>
              <a:cs typeface="Calibri" panose="020F0502020204030204"/>
            </a:endParaRPr>
          </a:p>
          <a:p>
            <a:pPr marL="200660" lvl="1" indent="0">
              <a:buNone/>
            </a:pPr>
            <a:endParaRPr lang="en-US">
              <a:ea typeface="Calibri"/>
              <a:cs typeface="Calibri" panose="020F0502020204030204"/>
            </a:endParaRPr>
          </a:p>
          <a:p>
            <a:pPr marL="383540" lvl="1">
              <a:buFont typeface="Courier New" pitchFamily="34" charset="0"/>
              <a:buChar char="o"/>
            </a:pPr>
            <a:endParaRPr lang="en-US">
              <a:ea typeface="Calibri"/>
              <a:cs typeface="Calibri" panose="020F0502020204030204"/>
            </a:endParaRPr>
          </a:p>
          <a:p>
            <a:pPr>
              <a:buClr>
                <a:srgbClr val="E72940"/>
              </a:buClr>
              <a:buFont typeface="Wingdings" panose="020F0502020204030204" pitchFamily="34" charset="0"/>
              <a:buChar char="§"/>
            </a:pPr>
            <a:endParaRPr lang="en-US">
              <a:ea typeface="Calibri"/>
              <a:cs typeface="Calibri" panose="020F0502020204030204"/>
            </a:endParaRPr>
          </a:p>
        </p:txBody>
      </p:sp>
      <p:pic>
        <p:nvPicPr>
          <p:cNvPr id="4" name="Picture 4" descr="A group of people with a wheelchair&#10;&#10;AI-generated content may be incorrect.">
            <a:extLst>
              <a:ext uri="{FF2B5EF4-FFF2-40B4-BE49-F238E27FC236}">
                <a16:creationId xmlns:a16="http://schemas.microsoft.com/office/drawing/2014/main" id="{4DE6C71D-9F86-4016-B7DD-EF6378210EED}"/>
              </a:ext>
            </a:extLst>
          </p:cNvPr>
          <p:cNvPicPr>
            <a:picLocks noChangeAspect="1"/>
          </p:cNvPicPr>
          <p:nvPr/>
        </p:nvPicPr>
        <p:blipFill rotWithShape="1">
          <a:blip r:embed="rId4"/>
          <a:srcRect t="282" b="282"/>
          <a:stretch/>
        </p:blipFill>
        <p:spPr>
          <a:xfrm>
            <a:off x="8129003" y="1502073"/>
            <a:ext cx="3412514" cy="3393267"/>
          </a:xfrm>
          <a:prstGeom prst="rect">
            <a:avLst/>
          </a:prstGeom>
        </p:spPr>
      </p:pic>
      <p:sp>
        <p:nvSpPr>
          <p:cNvPr id="46" name="Rectangle 45">
            <a:extLst>
              <a:ext uri="{FF2B5EF4-FFF2-40B4-BE49-F238E27FC236}">
                <a16:creationId xmlns:a16="http://schemas.microsoft.com/office/drawing/2014/main" id="{FEC9799F-A0B8-45B9-8164-71F283892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3562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6411685" y="634946"/>
            <a:ext cx="5127171" cy="1450757"/>
          </a:xfrm>
        </p:spPr>
        <p:txBody>
          <a:bodyPr vert="horz" lIns="91440" tIns="45720" rIns="91440" bIns="45720" rtlCol="0">
            <a:normAutofit/>
          </a:bodyPr>
          <a:lstStyle/>
          <a:p>
            <a:r>
              <a:rPr lang="en-US" b="1"/>
              <a:t>Competition</a:t>
            </a:r>
            <a:endParaRPr lang="en-US">
              <a:cs typeface="Calibri Light"/>
            </a:endParaRPr>
          </a:p>
        </p:txBody>
      </p:sp>
      <p:pic>
        <p:nvPicPr>
          <p:cNvPr id="3" name="Picture 4" descr="A group of colorful chat bubbles&#10;&#10;AI-generated content may be incorrect.">
            <a:extLst>
              <a:ext uri="{FF2B5EF4-FFF2-40B4-BE49-F238E27FC236}">
                <a16:creationId xmlns:a16="http://schemas.microsoft.com/office/drawing/2014/main" id="{9EEC642A-878C-461B-A689-271B970C274C}"/>
              </a:ext>
            </a:extLst>
          </p:cNvPr>
          <p:cNvPicPr>
            <a:picLocks noChangeAspect="1"/>
          </p:cNvPicPr>
          <p:nvPr/>
        </p:nvPicPr>
        <p:blipFill rotWithShape="1">
          <a:blip r:embed="rId2"/>
          <a:srcRect l="19620" r="19620"/>
          <a:stretch/>
        </p:blipFill>
        <p:spPr>
          <a:xfrm>
            <a:off x="650044" y="645106"/>
            <a:ext cx="5101643" cy="5247747"/>
          </a:xfrm>
          <a:prstGeom prst="rect">
            <a:avLst/>
          </a:prstGeom>
        </p:spPr>
      </p:pic>
      <p:cxnSp>
        <p:nvCxnSpPr>
          <p:cNvPr id="48" name="Straight Connector 47">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0">
            <a:extLst>
              <a:ext uri="{FF2B5EF4-FFF2-40B4-BE49-F238E27FC236}">
                <a16:creationId xmlns:a16="http://schemas.microsoft.com/office/drawing/2014/main" id="{3E6AD419-D6AE-46C8-A003-0F82B30E8004}"/>
              </a:ext>
            </a:extLst>
          </p:cNvPr>
          <p:cNvSpPr>
            <a:spLocks noGrp="1"/>
          </p:cNvSpPr>
          <p:nvPr>
            <p:ph idx="1"/>
          </p:nvPr>
        </p:nvSpPr>
        <p:spPr>
          <a:xfrm>
            <a:off x="6411684" y="2407436"/>
            <a:ext cx="5127172" cy="3461658"/>
          </a:xfrm>
        </p:spPr>
        <p:txBody>
          <a:bodyPr vert="horz" lIns="0" tIns="45720" rIns="0" bIns="45720" rtlCol="0" anchor="t">
            <a:normAutofit/>
          </a:bodyPr>
          <a:lstStyle/>
          <a:p>
            <a:pPr>
              <a:lnSpc>
                <a:spcPct val="90000"/>
              </a:lnSpc>
              <a:buFont typeface="Wingdings" panose="020F0502020204030204" pitchFamily="34" charset="0"/>
              <a:buChar char="§"/>
            </a:pPr>
            <a:r>
              <a:rPr lang="en-US" sz="1500">
                <a:ea typeface="Calibri"/>
                <a:cs typeface="Calibri" panose="020F0502020204030204"/>
              </a:rPr>
              <a:t>Similar Products include:</a:t>
            </a:r>
          </a:p>
          <a:p>
            <a:pPr marL="566420" lvl="2">
              <a:lnSpc>
                <a:spcPct val="90000"/>
              </a:lnSpc>
              <a:buFont typeface="Wingdings" panose="020F0502020204030204" pitchFamily="34" charset="0"/>
              <a:buChar char="§"/>
            </a:pPr>
            <a:r>
              <a:rPr lang="en-US" sz="1500">
                <a:ea typeface="Calibri"/>
                <a:cs typeface="Calibri" panose="020F0502020204030204"/>
              </a:rPr>
              <a:t>Eye Tracking Keyboard</a:t>
            </a:r>
          </a:p>
          <a:p>
            <a:pPr marL="566420" lvl="2">
              <a:lnSpc>
                <a:spcPct val="90000"/>
              </a:lnSpc>
              <a:buFont typeface="Wingdings" panose="020F0502020204030204" pitchFamily="34" charset="0"/>
              <a:buChar char="§"/>
            </a:pPr>
            <a:r>
              <a:rPr lang="en-US" sz="1500">
                <a:ea typeface="Calibri"/>
                <a:cs typeface="Calibri" panose="020F0502020204030204"/>
              </a:rPr>
              <a:t>Voice-To-Text</a:t>
            </a:r>
          </a:p>
          <a:p>
            <a:pPr marL="566420" lvl="2">
              <a:lnSpc>
                <a:spcPct val="90000"/>
              </a:lnSpc>
              <a:buFont typeface="Wingdings" panose="020F0502020204030204" pitchFamily="34" charset="0"/>
              <a:buChar char="§"/>
            </a:pPr>
            <a:r>
              <a:rPr lang="en-US" sz="1500">
                <a:ea typeface="Calibri"/>
                <a:cs typeface="Calibri" panose="020F0502020204030204"/>
              </a:rPr>
              <a:t>Meta's EMG wristband (gestures to digital commands)</a:t>
            </a:r>
          </a:p>
          <a:p>
            <a:pPr>
              <a:lnSpc>
                <a:spcPct val="90000"/>
              </a:lnSpc>
              <a:buClr>
                <a:srgbClr val="E72940"/>
              </a:buClr>
              <a:buFont typeface="Wingdings" panose="020F0502020204030204" pitchFamily="34" charset="0"/>
              <a:buChar char="§"/>
            </a:pPr>
            <a:r>
              <a:rPr lang="en-US" sz="1500">
                <a:ea typeface="Calibri"/>
                <a:cs typeface="Calibri" panose="020F0502020204030204"/>
              </a:rPr>
              <a:t>Our product is different because it can be used in quiet and loud environments. </a:t>
            </a:r>
          </a:p>
          <a:p>
            <a:pPr>
              <a:lnSpc>
                <a:spcPct val="90000"/>
              </a:lnSpc>
              <a:buClr>
                <a:srgbClr val="E72940"/>
              </a:buClr>
              <a:buFont typeface="Wingdings" panose="020F0502020204030204" pitchFamily="34" charset="0"/>
              <a:buChar char="§"/>
            </a:pPr>
            <a:r>
              <a:rPr lang="en-US" sz="1500">
                <a:ea typeface="Calibri"/>
                <a:cs typeface="Calibri" panose="020F0502020204030204"/>
              </a:rPr>
              <a:t>It's confidential and easily portable.</a:t>
            </a:r>
          </a:p>
          <a:p>
            <a:pPr>
              <a:lnSpc>
                <a:spcPct val="90000"/>
              </a:lnSpc>
              <a:buClr>
                <a:srgbClr val="E72940"/>
              </a:buClr>
              <a:buFont typeface="Wingdings,Sans-Serif" panose="020F0502020204030204" pitchFamily="34" charset="0"/>
              <a:buChar char="§"/>
            </a:pPr>
            <a:r>
              <a:rPr lang="en-US" sz="1500">
                <a:ea typeface="Calibri"/>
                <a:cs typeface="Calibri" panose="020F0502020204030204"/>
              </a:rPr>
              <a:t>Our product relies on a word prediction model, which could reduce typing time when typing messages</a:t>
            </a:r>
          </a:p>
          <a:p>
            <a:pPr>
              <a:lnSpc>
                <a:spcPct val="90000"/>
              </a:lnSpc>
              <a:buClr>
                <a:srgbClr val="E72940"/>
              </a:buClr>
              <a:buFont typeface="Wingdings,Sans-Serif" panose="020F0502020204030204" pitchFamily="34" charset="0"/>
              <a:buChar char="§"/>
            </a:pPr>
            <a:r>
              <a:rPr lang="en-US" sz="1500">
                <a:ea typeface="Calibri"/>
                <a:cs typeface="Calibri" panose="020F0502020204030204"/>
              </a:rPr>
              <a:t>Our model is designed to be accessible for all kinds of people</a:t>
            </a:r>
          </a:p>
          <a:p>
            <a:pPr marL="383540" lvl="1">
              <a:lnSpc>
                <a:spcPct val="90000"/>
              </a:lnSpc>
              <a:buFont typeface="Courier New" panose="020F0502020204030204" pitchFamily="34" charset="0"/>
              <a:buChar char="o"/>
            </a:pPr>
            <a:endParaRPr lang="en-US" sz="1500">
              <a:ea typeface="Calibri"/>
              <a:cs typeface="Calibri" panose="020F0502020204030204"/>
            </a:endParaRPr>
          </a:p>
          <a:p>
            <a:pPr>
              <a:lnSpc>
                <a:spcPct val="90000"/>
              </a:lnSpc>
              <a:buFont typeface="Wingdings" panose="020F0502020204030204" pitchFamily="34" charset="0"/>
              <a:buChar char="§"/>
            </a:pPr>
            <a:endParaRPr lang="en-US" sz="1500">
              <a:ea typeface="Calibri"/>
              <a:cs typeface="Calibri" panose="020F0502020204030204"/>
            </a:endParaRPr>
          </a:p>
          <a:p>
            <a:pPr>
              <a:lnSpc>
                <a:spcPct val="90000"/>
              </a:lnSpc>
              <a:buFont typeface="Wingdings" panose="020F0502020204030204" pitchFamily="34" charset="0"/>
              <a:buChar char="§"/>
            </a:pPr>
            <a:endParaRPr lang="en-US" sz="1500">
              <a:ea typeface="Calibri"/>
              <a:cs typeface="Calibri" panose="020F0502020204030204"/>
            </a:endParaRPr>
          </a:p>
        </p:txBody>
      </p:sp>
      <p:sp>
        <p:nvSpPr>
          <p:cNvPr id="50" name="Rectangle 49">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27730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1097280" y="286603"/>
            <a:ext cx="6437363" cy="1450757"/>
          </a:xfrm>
        </p:spPr>
        <p:txBody>
          <a:bodyPr vert="horz" lIns="91440" tIns="45720" rIns="91440" bIns="45720" rtlCol="0">
            <a:normAutofit/>
          </a:bodyPr>
          <a:lstStyle/>
          <a:p>
            <a:r>
              <a:rPr lang="en-US" b="1"/>
              <a:t>Our "Secret Sauce" </a:t>
            </a:r>
            <a:endParaRPr lang="en-US">
              <a:cs typeface="Calibri Light"/>
            </a:endParaRPr>
          </a:p>
        </p:txBody>
      </p:sp>
      <p:cxnSp>
        <p:nvCxnSpPr>
          <p:cNvPr id="44" name="Straight Connector 43">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62179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0">
            <a:extLst>
              <a:ext uri="{FF2B5EF4-FFF2-40B4-BE49-F238E27FC236}">
                <a16:creationId xmlns:a16="http://schemas.microsoft.com/office/drawing/2014/main" id="{3E6AD419-D6AE-46C8-A003-0F82B30E8004}"/>
              </a:ext>
            </a:extLst>
          </p:cNvPr>
          <p:cNvSpPr>
            <a:spLocks noGrp="1"/>
          </p:cNvSpPr>
          <p:nvPr>
            <p:ph idx="1"/>
          </p:nvPr>
        </p:nvSpPr>
        <p:spPr>
          <a:xfrm>
            <a:off x="1097281" y="2108201"/>
            <a:ext cx="6388242" cy="3760891"/>
          </a:xfrm>
        </p:spPr>
        <p:txBody>
          <a:bodyPr vert="horz" lIns="0" tIns="45720" rIns="0" bIns="45720" rtlCol="0" anchor="t">
            <a:normAutofit/>
          </a:bodyPr>
          <a:lstStyle/>
          <a:p>
            <a:pPr>
              <a:buFont typeface="Wingdings" panose="020F0502020204030204" pitchFamily="34" charset="0"/>
              <a:buChar char="§"/>
            </a:pPr>
            <a:r>
              <a:rPr lang="en-US">
                <a:ea typeface="+mn-lt"/>
                <a:cs typeface="+mn-lt"/>
              </a:rPr>
              <a:t>The only mainstream solution right now is Voice-to-Text, which isn't very effective for people with Parkinson's or in certain environments</a:t>
            </a:r>
          </a:p>
          <a:p>
            <a:pPr>
              <a:buFont typeface="Wingdings" panose="020F0502020204030204" pitchFamily="34" charset="0"/>
              <a:buChar char="§"/>
            </a:pPr>
            <a:r>
              <a:rPr lang="en-US">
                <a:ea typeface="+mn-lt"/>
                <a:cs typeface="+mn-lt"/>
              </a:rPr>
              <a:t>Most alternative keyboards only work for PCs and not for mobile phones, where they are needed more</a:t>
            </a:r>
          </a:p>
          <a:p>
            <a:pPr>
              <a:buFont typeface="Wingdings" panose="020F0502020204030204" pitchFamily="34" charset="0"/>
              <a:buChar char="§"/>
            </a:pPr>
            <a:r>
              <a:rPr lang="en-US">
                <a:ea typeface="Calibri"/>
                <a:cs typeface="Calibri" panose="020F0502020204030204"/>
              </a:rPr>
              <a:t>The </a:t>
            </a:r>
            <a:r>
              <a:rPr lang="en-US" err="1">
                <a:ea typeface="Calibri"/>
                <a:cs typeface="Calibri" panose="020F0502020204030204"/>
              </a:rPr>
              <a:t>FlexType</a:t>
            </a:r>
            <a:r>
              <a:rPr lang="en-US">
                <a:ea typeface="Calibri"/>
                <a:cs typeface="Calibri" panose="020F0502020204030204"/>
              </a:rPr>
              <a:t> model is very new and ready to be expanded on for disabled users</a:t>
            </a:r>
          </a:p>
          <a:p>
            <a:pPr>
              <a:buFont typeface="Wingdings" panose="020F0502020204030204" pitchFamily="34" charset="0"/>
              <a:buChar char="§"/>
            </a:pPr>
            <a:endParaRPr lang="en-US">
              <a:ea typeface="Calibri"/>
              <a:cs typeface="Calibri" panose="020F0502020204030204"/>
            </a:endParaRPr>
          </a:p>
          <a:p>
            <a:pPr>
              <a:buFont typeface="Wingdings" panose="020F0502020204030204" pitchFamily="34" charset="0"/>
              <a:buChar char="§"/>
            </a:pPr>
            <a:endParaRPr lang="en-US">
              <a:ea typeface="Calibri"/>
              <a:cs typeface="Calibri" panose="020F0502020204030204"/>
            </a:endParaRPr>
          </a:p>
        </p:txBody>
      </p:sp>
      <p:pic>
        <p:nvPicPr>
          <p:cNvPr id="4" name="Picture 4" descr="A computer with sauces and bottles&#10;&#10;AI-generated content may be incorrect.">
            <a:extLst>
              <a:ext uri="{FF2B5EF4-FFF2-40B4-BE49-F238E27FC236}">
                <a16:creationId xmlns:a16="http://schemas.microsoft.com/office/drawing/2014/main" id="{187B48F1-83B0-41A0-ABC6-B3A214048DAA}"/>
              </a:ext>
            </a:extLst>
          </p:cNvPr>
          <p:cNvPicPr>
            <a:picLocks noChangeAspect="1"/>
          </p:cNvPicPr>
          <p:nvPr/>
        </p:nvPicPr>
        <p:blipFill rotWithShape="1">
          <a:blip r:embed="rId2"/>
          <a:srcRect l="14763" r="14763"/>
          <a:stretch/>
        </p:blipFill>
        <p:spPr>
          <a:xfrm>
            <a:off x="8129003" y="932543"/>
            <a:ext cx="3412514" cy="4532328"/>
          </a:xfrm>
          <a:prstGeom prst="rect">
            <a:avLst/>
          </a:prstGeom>
        </p:spPr>
      </p:pic>
      <p:sp>
        <p:nvSpPr>
          <p:cNvPr id="46" name="Rectangle 45">
            <a:extLst>
              <a:ext uri="{FF2B5EF4-FFF2-40B4-BE49-F238E27FC236}">
                <a16:creationId xmlns:a16="http://schemas.microsoft.com/office/drawing/2014/main" id="{FEC9799F-A0B8-45B9-8164-71F283892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53679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6411685" y="634946"/>
            <a:ext cx="5127171" cy="1450757"/>
          </a:xfrm>
        </p:spPr>
        <p:txBody>
          <a:bodyPr vert="horz" lIns="91440" tIns="45720" rIns="91440" bIns="45720" rtlCol="0">
            <a:normAutofit/>
          </a:bodyPr>
          <a:lstStyle/>
          <a:p>
            <a:r>
              <a:rPr lang="en-US" b="1">
                <a:cs typeface="Calibri Light"/>
              </a:rPr>
              <a:t>Customer Validation Data</a:t>
            </a:r>
          </a:p>
        </p:txBody>
      </p:sp>
      <p:pic>
        <p:nvPicPr>
          <p:cNvPr id="4" name="Picture 3" descr="Customer data vector icon | Premium Vector">
            <a:extLst>
              <a:ext uri="{FF2B5EF4-FFF2-40B4-BE49-F238E27FC236}">
                <a16:creationId xmlns:a16="http://schemas.microsoft.com/office/drawing/2014/main" id="{717ED321-D2EA-81C6-D804-9F13C31C81C6}"/>
              </a:ext>
            </a:extLst>
          </p:cNvPr>
          <p:cNvPicPr>
            <a:picLocks noChangeAspect="1"/>
          </p:cNvPicPr>
          <p:nvPr/>
        </p:nvPicPr>
        <p:blipFill>
          <a:blip r:embed="rId2"/>
          <a:stretch>
            <a:fillRect/>
          </a:stretch>
        </p:blipFill>
        <p:spPr>
          <a:xfrm>
            <a:off x="643192" y="711306"/>
            <a:ext cx="5115347" cy="5115347"/>
          </a:xfrm>
          <a:prstGeom prst="rect">
            <a:avLst/>
          </a:prstGeom>
        </p:spPr>
      </p:pic>
      <p:cxnSp>
        <p:nvCxnSpPr>
          <p:cNvPr id="53" name="Straight Connector 52">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14044" y="2246569"/>
            <a:ext cx="45720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0">
            <a:extLst>
              <a:ext uri="{FF2B5EF4-FFF2-40B4-BE49-F238E27FC236}">
                <a16:creationId xmlns:a16="http://schemas.microsoft.com/office/drawing/2014/main" id="{3E6AD419-D6AE-46C8-A003-0F82B30E8004}"/>
              </a:ext>
            </a:extLst>
          </p:cNvPr>
          <p:cNvSpPr>
            <a:spLocks noGrp="1"/>
          </p:cNvSpPr>
          <p:nvPr>
            <p:ph idx="1"/>
          </p:nvPr>
        </p:nvSpPr>
        <p:spPr>
          <a:xfrm>
            <a:off x="6411684" y="2407436"/>
            <a:ext cx="5127172" cy="3461658"/>
          </a:xfrm>
        </p:spPr>
        <p:txBody>
          <a:bodyPr vert="horz" lIns="0" tIns="45720" rIns="0" bIns="45720" rtlCol="0" anchor="t">
            <a:normAutofit/>
          </a:bodyPr>
          <a:lstStyle/>
          <a:p>
            <a:pPr>
              <a:buFont typeface="Wingdings" panose="020F0502020204030204" pitchFamily="34" charset="0"/>
              <a:buChar char="§"/>
            </a:pPr>
            <a:r>
              <a:rPr lang="en-US" sz="1900">
                <a:ea typeface="+mn-lt"/>
                <a:cs typeface="+mn-lt"/>
              </a:rPr>
              <a:t>Many people with Parkinson's Disease (PD) rely on the help of others to type, or do not type at all</a:t>
            </a:r>
          </a:p>
          <a:p>
            <a:pPr>
              <a:buFont typeface="Wingdings" panose="020F0502020204030204" pitchFamily="34" charset="0"/>
              <a:buChar char="§"/>
            </a:pPr>
            <a:r>
              <a:rPr lang="en-US" sz="1900">
                <a:ea typeface="Calibri"/>
                <a:cs typeface="Calibri" panose="020F0502020204030204"/>
              </a:rPr>
              <a:t>It took 9 minutes for one person with PD to type 3 sentences with Voice-To-Text</a:t>
            </a:r>
          </a:p>
          <a:p>
            <a:pPr>
              <a:buFont typeface="Wingdings" panose="020F0502020204030204" pitchFamily="34" charset="0"/>
              <a:buChar char="§"/>
            </a:pPr>
            <a:r>
              <a:rPr lang="en-US" sz="1900">
                <a:ea typeface="Calibri"/>
                <a:cs typeface="Calibri" panose="020F0502020204030204"/>
              </a:rPr>
              <a:t>People with PD often have issues with their vocal chords, limiting the usability of Voice-To-Text</a:t>
            </a:r>
          </a:p>
          <a:p>
            <a:pPr>
              <a:buFont typeface="Wingdings" panose="020F0502020204030204" pitchFamily="34" charset="0"/>
              <a:buChar char="§"/>
            </a:pPr>
            <a:r>
              <a:rPr lang="en-US" sz="1900">
                <a:ea typeface="Calibri"/>
                <a:cs typeface="Calibri" panose="020F0502020204030204"/>
              </a:rPr>
              <a:t>Many alternative keyboards do not work with mobile phones, have low accuracy, or are not helpful for people with tremors</a:t>
            </a:r>
          </a:p>
          <a:p>
            <a:pPr>
              <a:buFont typeface="Wingdings" panose="020F0502020204030204" pitchFamily="34" charset="0"/>
              <a:buChar char="§"/>
            </a:pPr>
            <a:endParaRPr lang="en-US" sz="1900">
              <a:ea typeface="Calibri"/>
              <a:cs typeface="Calibri" panose="020F0502020204030204"/>
            </a:endParaRPr>
          </a:p>
          <a:p>
            <a:pPr>
              <a:buFont typeface="Wingdings" panose="020F0502020204030204" pitchFamily="34" charset="0"/>
              <a:buChar char="§"/>
            </a:pPr>
            <a:endParaRPr lang="en-US" sz="1900">
              <a:ea typeface="Calibri"/>
              <a:cs typeface="Calibri" panose="020F0502020204030204"/>
            </a:endParaRPr>
          </a:p>
        </p:txBody>
      </p:sp>
      <p:sp>
        <p:nvSpPr>
          <p:cNvPr id="55" name="Rectangle 54">
            <a:extLst>
              <a:ext uri="{FF2B5EF4-FFF2-40B4-BE49-F238E27FC236}">
                <a16:creationId xmlns:a16="http://schemas.microsoft.com/office/drawing/2014/main" id="{9AA76026-5689-4584-8D93-D71D739E6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22344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Rectangle 50">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80" name="Straight Connector 52">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81" name="Rectangle 54">
            <a:extLst>
              <a:ext uri="{FF2B5EF4-FFF2-40B4-BE49-F238E27FC236}">
                <a16:creationId xmlns:a16="http://schemas.microsoft.com/office/drawing/2014/main" id="{4C869C3B-5565-4AAC-86A8-9EB0AB1C6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DFE65-6303-475D-A8F6-6ED165C42F4D}"/>
              </a:ext>
            </a:extLst>
          </p:cNvPr>
          <p:cNvSpPr>
            <a:spLocks noGrp="1"/>
          </p:cNvSpPr>
          <p:nvPr>
            <p:ph type="title"/>
          </p:nvPr>
        </p:nvSpPr>
        <p:spPr>
          <a:xfrm>
            <a:off x="638423" y="3807725"/>
            <a:ext cx="10909073" cy="1447062"/>
          </a:xfrm>
        </p:spPr>
        <p:txBody>
          <a:bodyPr vert="horz" lIns="91440" tIns="45720" rIns="91440" bIns="45720" rtlCol="0" anchor="b">
            <a:normAutofit/>
          </a:bodyPr>
          <a:lstStyle/>
          <a:p>
            <a:pPr algn="ctr"/>
            <a:r>
              <a:rPr lang="en-US" b="1">
                <a:ea typeface="Calibri Light"/>
                <a:cs typeface="Calibri Light"/>
              </a:rPr>
              <a:t>Our Team</a:t>
            </a:r>
          </a:p>
        </p:txBody>
      </p:sp>
      <p:cxnSp>
        <p:nvCxnSpPr>
          <p:cNvPr id="82" name="Straight Connector 56">
            <a:extLst>
              <a:ext uri="{FF2B5EF4-FFF2-40B4-BE49-F238E27FC236}">
                <a16:creationId xmlns:a16="http://schemas.microsoft.com/office/drawing/2014/main" id="{F41136EC-EC34-4D08-B5AB-8CE5870B1C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52600" y="5415653"/>
            <a:ext cx="86868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3" name="Rectangle 58">
            <a:extLst>
              <a:ext uri="{FF2B5EF4-FFF2-40B4-BE49-F238E27FC236}">
                <a16:creationId xmlns:a16="http://schemas.microsoft.com/office/drawing/2014/main" id="{9995470A-422C-4D09-B47E-C2E326495B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8" name="Content Placeholder 7">
            <a:extLst>
              <a:ext uri="{FF2B5EF4-FFF2-40B4-BE49-F238E27FC236}">
                <a16:creationId xmlns:a16="http://schemas.microsoft.com/office/drawing/2014/main" id="{C25852A2-23E2-2481-2426-1124BBD2A9A5}"/>
              </a:ext>
            </a:extLst>
          </p:cNvPr>
          <p:cNvPicPr>
            <a:picLocks noGrp="1" noChangeAspect="1"/>
          </p:cNvPicPr>
          <p:nvPr>
            <p:ph idx="1"/>
          </p:nvPr>
        </p:nvPicPr>
        <p:blipFill>
          <a:blip r:embed="rId2"/>
          <a:srcRect l="6585" t="15803" r="36301" b="9910"/>
          <a:stretch>
            <a:fillRect/>
          </a:stretch>
        </p:blipFill>
        <p:spPr>
          <a:xfrm rot="5400000">
            <a:off x="1254233" y="1158411"/>
            <a:ext cx="1819978" cy="1767611"/>
          </a:xfrm>
          <a:prstGeom prst="rect">
            <a:avLst/>
          </a:prstGeom>
          <a:ln>
            <a:solidFill>
              <a:srgbClr val="4472C4"/>
            </a:solidFill>
          </a:ln>
        </p:spPr>
      </p:pic>
      <p:pic>
        <p:nvPicPr>
          <p:cNvPr id="12" name="Content Placeholder 7">
            <a:extLst>
              <a:ext uri="{FF2B5EF4-FFF2-40B4-BE49-F238E27FC236}">
                <a16:creationId xmlns:a16="http://schemas.microsoft.com/office/drawing/2014/main" id="{E7A117C4-E884-77AC-193D-EF7BDF91032E}"/>
              </a:ext>
            </a:extLst>
          </p:cNvPr>
          <p:cNvPicPr>
            <a:picLocks noChangeAspect="1"/>
          </p:cNvPicPr>
          <p:nvPr/>
        </p:nvPicPr>
        <p:blipFill>
          <a:blip r:embed="rId3"/>
          <a:stretch>
            <a:fillRect/>
          </a:stretch>
        </p:blipFill>
        <p:spPr>
          <a:xfrm rot="5400000" flipV="1">
            <a:off x="3665899" y="1235724"/>
            <a:ext cx="2074834" cy="1600426"/>
          </a:xfrm>
          <a:prstGeom prst="rect">
            <a:avLst/>
          </a:prstGeom>
        </p:spPr>
      </p:pic>
      <p:pic>
        <p:nvPicPr>
          <p:cNvPr id="14" name="Content Placeholder 7" descr="Smiling face outline with solid fill">
            <a:extLst>
              <a:ext uri="{FF2B5EF4-FFF2-40B4-BE49-F238E27FC236}">
                <a16:creationId xmlns:a16="http://schemas.microsoft.com/office/drawing/2014/main" id="{CC001810-28DE-F6B7-55E7-E5062BF99F6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65360" y="1088103"/>
            <a:ext cx="1909916" cy="1897625"/>
          </a:xfrm>
          <a:prstGeom prst="rect">
            <a:avLst/>
          </a:prstGeom>
        </p:spPr>
      </p:pic>
      <p:pic>
        <p:nvPicPr>
          <p:cNvPr id="16" name="Content Placeholder 7" descr="Smiling face outline with solid fill">
            <a:extLst>
              <a:ext uri="{FF2B5EF4-FFF2-40B4-BE49-F238E27FC236}">
                <a16:creationId xmlns:a16="http://schemas.microsoft.com/office/drawing/2014/main" id="{A5D05D63-0A4A-6ABF-9705-AA2ED0B757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31580" y="1073355"/>
            <a:ext cx="1909916" cy="1897625"/>
          </a:xfrm>
          <a:prstGeom prst="rect">
            <a:avLst/>
          </a:prstGeom>
        </p:spPr>
      </p:pic>
      <p:sp>
        <p:nvSpPr>
          <p:cNvPr id="17" name="TextBox 16">
            <a:extLst>
              <a:ext uri="{FF2B5EF4-FFF2-40B4-BE49-F238E27FC236}">
                <a16:creationId xmlns:a16="http://schemas.microsoft.com/office/drawing/2014/main" id="{F6D25732-E2E1-891D-54D3-61AF5C5C705F}"/>
              </a:ext>
            </a:extLst>
          </p:cNvPr>
          <p:cNvSpPr txBox="1"/>
          <p:nvPr/>
        </p:nvSpPr>
        <p:spPr>
          <a:xfrm>
            <a:off x="1333395" y="3057374"/>
            <a:ext cx="16583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Julia Johnson</a:t>
            </a:r>
          </a:p>
          <a:p>
            <a:pPr algn="ctr"/>
            <a:r>
              <a:rPr lang="en-US">
                <a:ea typeface="Calibri"/>
                <a:cs typeface="Calibri"/>
              </a:rPr>
              <a:t>Project Lead</a:t>
            </a:r>
          </a:p>
        </p:txBody>
      </p:sp>
      <p:sp>
        <p:nvSpPr>
          <p:cNvPr id="20" name="TextBox 19">
            <a:extLst>
              <a:ext uri="{FF2B5EF4-FFF2-40B4-BE49-F238E27FC236}">
                <a16:creationId xmlns:a16="http://schemas.microsoft.com/office/drawing/2014/main" id="{498E0D0B-22F4-0630-E743-A30D401DED13}"/>
              </a:ext>
            </a:extLst>
          </p:cNvPr>
          <p:cNvSpPr txBox="1"/>
          <p:nvPr/>
        </p:nvSpPr>
        <p:spPr>
          <a:xfrm>
            <a:off x="9013871" y="3154135"/>
            <a:ext cx="16583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Kejon Ivery</a:t>
            </a:r>
          </a:p>
        </p:txBody>
      </p:sp>
      <p:sp>
        <p:nvSpPr>
          <p:cNvPr id="21" name="TextBox 20">
            <a:extLst>
              <a:ext uri="{FF2B5EF4-FFF2-40B4-BE49-F238E27FC236}">
                <a16:creationId xmlns:a16="http://schemas.microsoft.com/office/drawing/2014/main" id="{7714CD30-D53E-41D0-856C-487DDDCFD22E}"/>
              </a:ext>
            </a:extLst>
          </p:cNvPr>
          <p:cNvSpPr txBox="1"/>
          <p:nvPr/>
        </p:nvSpPr>
        <p:spPr>
          <a:xfrm>
            <a:off x="5929975" y="3154135"/>
            <a:ext cx="25678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Giancarlos Hernandez</a:t>
            </a:r>
          </a:p>
        </p:txBody>
      </p:sp>
      <p:sp>
        <p:nvSpPr>
          <p:cNvPr id="22" name="TextBox 21">
            <a:extLst>
              <a:ext uri="{FF2B5EF4-FFF2-40B4-BE49-F238E27FC236}">
                <a16:creationId xmlns:a16="http://schemas.microsoft.com/office/drawing/2014/main" id="{F54492AB-3805-8B22-4BF2-77CF5637834A}"/>
              </a:ext>
            </a:extLst>
          </p:cNvPr>
          <p:cNvSpPr txBox="1"/>
          <p:nvPr/>
        </p:nvSpPr>
        <p:spPr>
          <a:xfrm>
            <a:off x="3852520" y="3154134"/>
            <a:ext cx="16583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Jalen Tottress</a:t>
            </a:r>
          </a:p>
        </p:txBody>
      </p:sp>
      <p:pic>
        <p:nvPicPr>
          <p:cNvPr id="3" name="Picture 2" descr="Giancarlos Hernandez Mendez">
            <a:extLst>
              <a:ext uri="{FF2B5EF4-FFF2-40B4-BE49-F238E27FC236}">
                <a16:creationId xmlns:a16="http://schemas.microsoft.com/office/drawing/2014/main" id="{3B2DE6CC-3EC6-D204-2ED1-AC939FC358B1}"/>
              </a:ext>
            </a:extLst>
          </p:cNvPr>
          <p:cNvPicPr>
            <a:picLocks noChangeAspect="1"/>
          </p:cNvPicPr>
          <p:nvPr/>
        </p:nvPicPr>
        <p:blipFill>
          <a:blip r:embed="rId6"/>
          <a:stretch>
            <a:fillRect/>
          </a:stretch>
        </p:blipFill>
        <p:spPr>
          <a:xfrm>
            <a:off x="6297706" y="1086970"/>
            <a:ext cx="1882589" cy="1905000"/>
          </a:xfrm>
          <a:prstGeom prst="rect">
            <a:avLst/>
          </a:prstGeom>
        </p:spPr>
      </p:pic>
      <p:pic>
        <p:nvPicPr>
          <p:cNvPr id="4" name="Picture 3" descr="A person in a suit and glasses smiling&#10;&#10;AI-generated content may be incorrect.">
            <a:extLst>
              <a:ext uri="{FF2B5EF4-FFF2-40B4-BE49-F238E27FC236}">
                <a16:creationId xmlns:a16="http://schemas.microsoft.com/office/drawing/2014/main" id="{7196F23A-3D9C-117C-DF6E-3D624D90101E}"/>
              </a:ext>
            </a:extLst>
          </p:cNvPr>
          <p:cNvPicPr>
            <a:picLocks noChangeAspect="1"/>
          </p:cNvPicPr>
          <p:nvPr/>
        </p:nvPicPr>
        <p:blipFill>
          <a:blip r:embed="rId7"/>
          <a:srcRect l="-179" t="13825" r="612" b="13722"/>
          <a:stretch>
            <a:fillRect/>
          </a:stretch>
        </p:blipFill>
        <p:spPr>
          <a:xfrm>
            <a:off x="8953883" y="1070211"/>
            <a:ext cx="1775061" cy="1916721"/>
          </a:xfrm>
          <a:prstGeom prst="rect">
            <a:avLst/>
          </a:prstGeom>
        </p:spPr>
      </p:pic>
    </p:spTree>
    <p:extLst>
      <p:ext uri="{BB962C8B-B14F-4D97-AF65-F5344CB8AC3E}">
        <p14:creationId xmlns:p14="http://schemas.microsoft.com/office/powerpoint/2010/main" val="2042044197"/>
      </p:ext>
    </p:extLst>
  </p:cSld>
  <p:clrMapOvr>
    <a:masterClrMapping/>
  </p:clrMapOvr>
</p:sld>
</file>

<file path=ppt/theme/theme1.xml><?xml version="1.0" encoding="utf-8"?>
<a:theme xmlns:a="http://schemas.openxmlformats.org/drawingml/2006/main" name="RetrospectVTI">
  <a:themeElements>
    <a:clrScheme name="AnalogousFromDarkSeedLeftStep">
      <a:dk1>
        <a:srgbClr val="000000"/>
      </a:dk1>
      <a:lt1>
        <a:srgbClr val="FFFFFF"/>
      </a:lt1>
      <a:dk2>
        <a:srgbClr val="412434"/>
      </a:dk2>
      <a:lt2>
        <a:srgbClr val="E2E8E7"/>
      </a:lt2>
      <a:accent1>
        <a:srgbClr val="E72940"/>
      </a:accent1>
      <a:accent2>
        <a:srgbClr val="D5177D"/>
      </a:accent2>
      <a:accent3>
        <a:srgbClr val="E729DE"/>
      </a:accent3>
      <a:accent4>
        <a:srgbClr val="8F17D5"/>
      </a:accent4>
      <a:accent5>
        <a:srgbClr val="5B34E8"/>
      </a:accent5>
      <a:accent6>
        <a:srgbClr val="284CD8"/>
      </a:accent6>
      <a:hlink>
        <a:srgbClr val="8A62CA"/>
      </a:hlink>
      <a:folHlink>
        <a:srgbClr val="7F7F7F"/>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RetrospectVTI</vt:lpstr>
      <vt:lpstr>Half-Byte Solutions</vt:lpstr>
      <vt:lpstr>The Problem</vt:lpstr>
      <vt:lpstr>The Solution</vt:lpstr>
      <vt:lpstr>Our Value Proposition</vt:lpstr>
      <vt:lpstr>Target Market Size</vt:lpstr>
      <vt:lpstr>Competition</vt:lpstr>
      <vt:lpstr>Our "Secret Sauce" </vt:lpstr>
      <vt:lpstr>Customer Validation Data</vt:lpstr>
      <vt:lpstr>Our Team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2020-09-20T21:40:04Z</dcterms:created>
  <dcterms:modified xsi:type="dcterms:W3CDTF">2025-10-08T20:54:20Z</dcterms:modified>
</cp:coreProperties>
</file>