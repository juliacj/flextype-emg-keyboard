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79" r:id="rId10"/>
    <p:sldId id="263" r:id="rId11"/>
    <p:sldId id="264" r:id="rId12"/>
    <p:sldId id="275" r:id="rId13"/>
    <p:sldId id="266" r:id="rId14"/>
    <p:sldId id="271" r:id="rId15"/>
    <p:sldId id="276" r:id="rId16"/>
    <p:sldId id="265" r:id="rId17"/>
    <p:sldId id="267" r:id="rId18"/>
    <p:sldId id="274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5D711-28A6-A57A-1769-6C813E60728C}" v="531" dt="2026-02-25T03:12:20.207"/>
    <p1510:client id="{19879BCD-B5E3-4604-0A4E-868DCF872AD7}" v="972" dt="2026-02-25T02:54:08.596"/>
    <p1510:client id="{1ED98272-D4E9-ECFF-DFF5-2A1F8E586DCC}" v="45" dt="2026-02-25T20:18:53.704"/>
    <p1510:client id="{40108BFA-6704-C21A-3BE7-538B9573F417}" v="3350" dt="2026-02-25T07:19:59.549"/>
    <p1510:client id="{4EAF6847-C23D-99ED-259A-EDA8FDE9FEA4}" v="3491" dt="2026-02-25T03:26:09.411"/>
    <p1510:client id="{64887525-7DAD-7A0D-009D-4DC535625361}" v="738" dt="2026-02-25T15:11:37.980"/>
    <p1510:client id="{77DE6480-F61A-63AC-964C-B03D87A33CF6}" v="1674" dt="2026-02-25T02:42:42.194"/>
    <p1510:client id="{8E9E477F-EFD5-D1AD-26B1-09319026E409}" v="559" dt="2026-02-25T08:02:43.309"/>
    <p1510:client id="{9668DD3A-C442-2EEF-EB30-CA6ED22FCAC0}" v="478" dt="2026-02-25T03:21:28.496"/>
    <p1510:client id="{B0E599E1-7E30-8B45-BC38-8BED4E1DCA19}" v="2" dt="2026-02-25T06:12:54.496"/>
    <p1510:client id="{CD161C91-64C2-7F02-93C8-C87A6FA11FFB}" v="173" dt="2026-02-25T20:18:42.173"/>
    <p1510:client id="{D8390ACA-E4A0-7C3F-4781-487D6D4FEAC6}" v="12" dt="2026-02-25T06:10:58.069"/>
    <p1510:client id="{F8FEF57B-CC8F-3165-0F43-D2D5CB642F04}" v="20" dt="2026-02-25T20:21:04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Johnson" userId="S::jjoh1175@students.kennesaw.edu::bece193e-bc41-4e93-bd62-ef751322be5f" providerId="AD" clId="Web-{77DE6480-F61A-63AC-964C-B03D87A33CF6}"/>
    <pc:docChg chg="addSld modSld addMainMaster delMainMaster">
      <pc:chgData name="Julia Johnson" userId="S::jjoh1175@students.kennesaw.edu::bece193e-bc41-4e93-bd62-ef751322be5f" providerId="AD" clId="Web-{77DE6480-F61A-63AC-964C-B03D87A33CF6}" dt="2026-02-25T02:42:42.194" v="1693"/>
      <pc:docMkLst>
        <pc:docMk/>
      </pc:docMkLst>
      <pc:sldChg chg="addSp modSp mod setBg modClrScheme setClrOvrMap chgLayout">
        <pc:chgData name="Julia Johnson" userId="S::jjoh1175@students.kennesaw.edu::bece193e-bc41-4e93-bd62-ef751322be5f" providerId="AD" clId="Web-{77DE6480-F61A-63AC-964C-B03D87A33CF6}" dt="2026-02-25T02:14:55.705" v="66" actId="20577"/>
        <pc:sldMkLst>
          <pc:docMk/>
          <pc:sldMk cId="109857222" sldId="256"/>
        </pc:sldMkLst>
        <pc:spChg chg="mod">
          <ac:chgData name="Julia Johnson" userId="S::jjoh1175@students.kennesaw.edu::bece193e-bc41-4e93-bd62-ef751322be5f" providerId="AD" clId="Web-{77DE6480-F61A-63AC-964C-B03D87A33CF6}" dt="2026-02-25T02:13:15.436" v="2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ulia Johnson" userId="S::jjoh1175@students.kennesaw.edu::bece193e-bc41-4e93-bd62-ef751322be5f" providerId="AD" clId="Web-{77DE6480-F61A-63AC-964C-B03D87A33CF6}" dt="2026-02-25T02:14:55.705" v="66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Julia Johnson" userId="S::jjoh1175@students.kennesaw.edu::bece193e-bc41-4e93-bd62-ef751322be5f" providerId="AD" clId="Web-{77DE6480-F61A-63AC-964C-B03D87A33CF6}" dt="2026-02-25T02:14:45.752" v="65" actId="1076"/>
          <ac:spMkLst>
            <pc:docMk/>
            <pc:sldMk cId="109857222" sldId="256"/>
            <ac:spMk id="6" creationId="{8DA3BE89-3127-6768-4912-D82DA69A317E}"/>
          </ac:spMkLst>
        </pc:spChg>
        <pc:spChg chg="add">
          <ac:chgData name="Julia Johnson" userId="S::jjoh1175@students.kennesaw.edu::bece193e-bc41-4e93-bd62-ef751322be5f" providerId="AD" clId="Web-{77DE6480-F61A-63AC-964C-B03D87A33CF6}" dt="2026-02-25T02:04:48.178" v="0"/>
          <ac:spMkLst>
            <pc:docMk/>
            <pc:sldMk cId="109857222" sldId="256"/>
            <ac:spMk id="9" creationId="{19F9BF86-FE94-4517-B97D-026C7515E589}"/>
          </ac:spMkLst>
        </pc:spChg>
        <pc:spChg chg="add">
          <ac:chgData name="Julia Johnson" userId="S::jjoh1175@students.kennesaw.edu::bece193e-bc41-4e93-bd62-ef751322be5f" providerId="AD" clId="Web-{77DE6480-F61A-63AC-964C-B03D87A33CF6}" dt="2026-02-25T02:04:48.178" v="0"/>
          <ac:spMkLst>
            <pc:docMk/>
            <pc:sldMk cId="109857222" sldId="256"/>
            <ac:spMk id="11" creationId="{122AB34F-E75C-451A-8410-05B6C249E9D3}"/>
          </ac:spMkLst>
        </pc:spChg>
        <pc:picChg chg="add">
          <ac:chgData name="Julia Johnson" userId="S::jjoh1175@students.kennesaw.edu::bece193e-bc41-4e93-bd62-ef751322be5f" providerId="AD" clId="Web-{77DE6480-F61A-63AC-964C-B03D87A33CF6}" dt="2026-02-25T02:04:48.178" v="0"/>
          <ac:picMkLst>
            <pc:docMk/>
            <pc:sldMk cId="109857222" sldId="256"/>
            <ac:picMk id="4" creationId="{97BB98C6-B9A4-4038-1AAD-88AB83B92D85}"/>
          </ac:picMkLst>
        </pc:picChg>
        <pc:cxnChg chg="add">
          <ac:chgData name="Julia Johnson" userId="S::jjoh1175@students.kennesaw.edu::bece193e-bc41-4e93-bd62-ef751322be5f" providerId="AD" clId="Web-{77DE6480-F61A-63AC-964C-B03D87A33CF6}" dt="2026-02-25T02:04:48.178" v="0"/>
          <ac:cxnSpMkLst>
            <pc:docMk/>
            <pc:sldMk cId="109857222" sldId="256"/>
            <ac:cxnSpMk id="13" creationId="{97CC2FE6-3AD0-4131-B4BC-1F4D65E25E13}"/>
          </ac:cxnSpMkLst>
        </pc:cxnChg>
      </pc:sldChg>
      <pc:sldChg chg="addSp modSp new mod modClrScheme chgLayout">
        <pc:chgData name="Julia Johnson" userId="S::jjoh1175@students.kennesaw.edu::bece193e-bc41-4e93-bd62-ef751322be5f" providerId="AD" clId="Web-{77DE6480-F61A-63AC-964C-B03D87A33CF6}" dt="2026-02-25T02:32:35.188" v="893" actId="1076"/>
        <pc:sldMkLst>
          <pc:docMk/>
          <pc:sldMk cId="3733639511" sldId="257"/>
        </pc:sldMkLst>
        <pc:spChg chg="mod ord">
          <ac:chgData name="Julia Johnson" userId="S::jjoh1175@students.kennesaw.edu::bece193e-bc41-4e93-bd62-ef751322be5f" providerId="AD" clId="Web-{77DE6480-F61A-63AC-964C-B03D87A33CF6}" dt="2026-02-25T02:15:08.487" v="67"/>
          <ac:spMkLst>
            <pc:docMk/>
            <pc:sldMk cId="3733639511" sldId="257"/>
            <ac:spMk id="2" creationId="{CB98BC7E-E2C6-B42B-D2D5-847C1FCB3D9A}"/>
          </ac:spMkLst>
        </pc:spChg>
        <pc:spChg chg="mod ord">
          <ac:chgData name="Julia Johnson" userId="S::jjoh1175@students.kennesaw.edu::bece193e-bc41-4e93-bd62-ef751322be5f" providerId="AD" clId="Web-{77DE6480-F61A-63AC-964C-B03D87A33CF6}" dt="2026-02-25T02:30:57.653" v="812" actId="20577"/>
          <ac:spMkLst>
            <pc:docMk/>
            <pc:sldMk cId="3733639511" sldId="257"/>
            <ac:spMk id="3" creationId="{759B3E4B-7DB9-3AED-8476-9407992DB13A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15:14.237" v="73" actId="20577"/>
          <ac:spMkLst>
            <pc:docMk/>
            <pc:sldMk cId="3733639511" sldId="257"/>
            <ac:spMk id="4" creationId="{187D7020-04B6-10D5-40D5-D539FEDEDDA6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15:17.612" v="77" actId="20577"/>
          <ac:spMkLst>
            <pc:docMk/>
            <pc:sldMk cId="3733639511" sldId="257"/>
            <ac:spMk id="5" creationId="{C64EC630-8758-34F2-F945-FE8450ADEBFF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31:20.841" v="870" actId="20577"/>
          <ac:spMkLst>
            <pc:docMk/>
            <pc:sldMk cId="3733639511" sldId="257"/>
            <ac:spMk id="6" creationId="{A975EF2C-3F9C-6D42-4243-7410F0B6F718}"/>
          </ac:spMkLst>
        </pc:spChg>
        <pc:picChg chg="add mod">
          <ac:chgData name="Julia Johnson" userId="S::jjoh1175@students.kennesaw.edu::bece193e-bc41-4e93-bd62-ef751322be5f" providerId="AD" clId="Web-{77DE6480-F61A-63AC-964C-B03D87A33CF6}" dt="2026-02-25T02:32:35.188" v="893" actId="1076"/>
          <ac:picMkLst>
            <pc:docMk/>
            <pc:sldMk cId="3733639511" sldId="257"/>
            <ac:picMk id="7" creationId="{56E056A5-6F4A-3270-D421-B67E3B16098D}"/>
          </ac:picMkLst>
        </pc:picChg>
      </pc:sldChg>
      <pc:sldChg chg="addSp delSp modSp new mod setBg modClrScheme addAnim delAnim modAnim chgLayout">
        <pc:chgData name="Julia Johnson" userId="S::jjoh1175@students.kennesaw.edu::bece193e-bc41-4e93-bd62-ef751322be5f" providerId="AD" clId="Web-{77DE6480-F61A-63AC-964C-B03D87A33CF6}" dt="2026-02-25T02:42:42.194" v="1693"/>
        <pc:sldMkLst>
          <pc:docMk/>
          <pc:sldMk cId="1536021888" sldId="258"/>
        </pc:sldMkLst>
        <pc:spChg chg="mod ord">
          <ac:chgData name="Julia Johnson" userId="S::jjoh1175@students.kennesaw.edu::bece193e-bc41-4e93-bd62-ef751322be5f" providerId="AD" clId="Web-{77DE6480-F61A-63AC-964C-B03D87A33CF6}" dt="2026-02-25T02:40:01.179" v="1659"/>
          <ac:spMkLst>
            <pc:docMk/>
            <pc:sldMk cId="1536021888" sldId="258"/>
            <ac:spMk id="2" creationId="{28194BD7-66AB-F997-0CFC-C93134D3EA7A}"/>
          </ac:spMkLst>
        </pc:spChg>
        <pc:spChg chg="del">
          <ac:chgData name="Julia Johnson" userId="S::jjoh1175@students.kennesaw.edu::bece193e-bc41-4e93-bd62-ef751322be5f" providerId="AD" clId="Web-{77DE6480-F61A-63AC-964C-B03D87A33CF6}" dt="2026-02-25T02:16:12.895" v="88"/>
          <ac:spMkLst>
            <pc:docMk/>
            <pc:sldMk cId="1536021888" sldId="258"/>
            <ac:spMk id="3" creationId="{7F43C4C6-A451-6619-63FB-82B6A6B8ADFC}"/>
          </ac:spMkLst>
        </pc:spChg>
        <pc:spChg chg="mod ord">
          <ac:chgData name="Julia Johnson" userId="S::jjoh1175@students.kennesaw.edu::bece193e-bc41-4e93-bd62-ef751322be5f" providerId="AD" clId="Web-{77DE6480-F61A-63AC-964C-B03D87A33CF6}" dt="2026-02-25T02:40:28.323" v="1677" actId="1076"/>
          <ac:spMkLst>
            <pc:docMk/>
            <pc:sldMk cId="1536021888" sldId="258"/>
            <ac:spMk id="4" creationId="{0CF57437-0BDC-1822-2142-18A96D17AE46}"/>
          </ac:spMkLst>
        </pc:spChg>
        <pc:spChg chg="del">
          <ac:chgData name="Julia Johnson" userId="S::jjoh1175@students.kennesaw.edu::bece193e-bc41-4e93-bd62-ef751322be5f" providerId="AD" clId="Web-{77DE6480-F61A-63AC-964C-B03D87A33CF6}" dt="2026-02-25T02:16:12.895" v="88"/>
          <ac:spMkLst>
            <pc:docMk/>
            <pc:sldMk cId="1536021888" sldId="258"/>
            <ac:spMk id="5" creationId="{2D866449-0630-AA80-EF67-BEF302F1AF79}"/>
          </ac:spMkLst>
        </pc:spChg>
        <pc:spChg chg="del">
          <ac:chgData name="Julia Johnson" userId="S::jjoh1175@students.kennesaw.edu::bece193e-bc41-4e93-bd62-ef751322be5f" providerId="AD" clId="Web-{77DE6480-F61A-63AC-964C-B03D87A33CF6}" dt="2026-02-25T02:16:12.895" v="88"/>
          <ac:spMkLst>
            <pc:docMk/>
            <pc:sldMk cId="1536021888" sldId="258"/>
            <ac:spMk id="6" creationId="{B1DEE517-055B-4BA4-5D7D-02BA9068586C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40:28.339" v="1679" actId="1076"/>
          <ac:spMkLst>
            <pc:docMk/>
            <pc:sldMk cId="1536021888" sldId="258"/>
            <ac:spMk id="7" creationId="{32A8DBBF-B552-7E55-8728-5AFCC42CD9F9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40:28.307" v="1676" actId="1076"/>
          <ac:spMkLst>
            <pc:docMk/>
            <pc:sldMk cId="1536021888" sldId="258"/>
            <ac:spMk id="8" creationId="{A989191A-71A8-F401-90FF-1DC1B7F918CD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40:28.323" v="1678" actId="1076"/>
          <ac:spMkLst>
            <pc:docMk/>
            <pc:sldMk cId="1536021888" sldId="258"/>
            <ac:spMk id="9" creationId="{4216330A-0A6F-AFF5-0673-E978D6DDACED}"/>
          </ac:spMkLst>
        </pc:spChg>
        <pc:picChg chg="add del mod ord">
          <ac:chgData name="Julia Johnson" userId="S::jjoh1175@students.kennesaw.edu::bece193e-bc41-4e93-bd62-ef751322be5f" providerId="AD" clId="Web-{77DE6480-F61A-63AC-964C-B03D87A33CF6}" dt="2026-02-25T02:42:42.194" v="1693"/>
          <ac:picMkLst>
            <pc:docMk/>
            <pc:sldMk cId="1536021888" sldId="258"/>
            <ac:picMk id="10" creationId="{D909FCB2-4172-0F6B-E63A-2BB052CCDE6B}"/>
          </ac:picMkLst>
        </pc:picChg>
      </pc:sldChg>
      <pc:sldChg chg="addSp delSp modSp new mod setBg modClrScheme setClrOvrMap chgLayout">
        <pc:chgData name="Julia Johnson" userId="S::jjoh1175@students.kennesaw.edu::bece193e-bc41-4e93-bd62-ef751322be5f" providerId="AD" clId="Web-{77DE6480-F61A-63AC-964C-B03D87A33CF6}" dt="2026-02-25T02:21:03.886" v="130"/>
        <pc:sldMkLst>
          <pc:docMk/>
          <pc:sldMk cId="3763698797" sldId="259"/>
        </pc:sldMkLst>
        <pc:spChg chg="mod ord">
          <ac:chgData name="Julia Johnson" userId="S::jjoh1175@students.kennesaw.edu::bece193e-bc41-4e93-bd62-ef751322be5f" providerId="AD" clId="Web-{77DE6480-F61A-63AC-964C-B03D87A33CF6}" dt="2026-02-25T02:21:03.886" v="130"/>
          <ac:spMkLst>
            <pc:docMk/>
            <pc:sldMk cId="3763698797" sldId="259"/>
            <ac:spMk id="2" creationId="{E9EB0461-80C3-0F0D-B197-2DBA4E360150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20:16.409" v="116"/>
          <ac:spMkLst>
            <pc:docMk/>
            <pc:sldMk cId="3763698797" sldId="259"/>
            <ac:spMk id="3" creationId="{0AD9B803-D052-3497-4473-70D6159B5F8B}"/>
          </ac:spMkLst>
        </pc:spChg>
        <pc:spChg chg="add mod ord">
          <ac:chgData name="Julia Johnson" userId="S::jjoh1175@students.kennesaw.edu::bece193e-bc41-4e93-bd62-ef751322be5f" providerId="AD" clId="Web-{77DE6480-F61A-63AC-964C-B03D87A33CF6}" dt="2026-02-25T02:21:03.886" v="130"/>
          <ac:spMkLst>
            <pc:docMk/>
            <pc:sldMk cId="3763698797" sldId="259"/>
            <ac:spMk id="4" creationId="{3E8784E9-57B2-C157-2F3B-E91087209A60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40.324" v="111"/>
          <ac:spMkLst>
            <pc:docMk/>
            <pc:sldMk cId="3763698797" sldId="259"/>
            <ac:spMk id="11" creationId="{19F9BF86-FE94-4517-B97D-026C7515E589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40.324" v="111"/>
          <ac:spMkLst>
            <pc:docMk/>
            <pc:sldMk cId="3763698797" sldId="259"/>
            <ac:spMk id="13" creationId="{05DEC45B-BA77-21C0-3869-05DE7C92376D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43.028" v="113"/>
          <ac:spMkLst>
            <pc:docMk/>
            <pc:sldMk cId="3763698797" sldId="259"/>
            <ac:spMk id="18" creationId="{19F9BF86-FE94-4517-B97D-026C7515E589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43.028" v="113"/>
          <ac:spMkLst>
            <pc:docMk/>
            <pc:sldMk cId="3763698797" sldId="259"/>
            <ac:spMk id="20" creationId="{05DEC45B-BA77-21C0-3869-05DE7C92376D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57.374" v="115"/>
          <ac:spMkLst>
            <pc:docMk/>
            <pc:sldMk cId="3763698797" sldId="259"/>
            <ac:spMk id="24" creationId="{19F9BF86-FE94-4517-B97D-026C7515E589}"/>
          </ac:spMkLst>
        </pc:spChg>
        <pc:spChg chg="add del">
          <ac:chgData name="Julia Johnson" userId="S::jjoh1175@students.kennesaw.edu::bece193e-bc41-4e93-bd62-ef751322be5f" providerId="AD" clId="Web-{77DE6480-F61A-63AC-964C-B03D87A33CF6}" dt="2026-02-25T02:19:57.374" v="115"/>
          <ac:spMkLst>
            <pc:docMk/>
            <pc:sldMk cId="3763698797" sldId="259"/>
            <ac:spMk id="26" creationId="{05DEC45B-BA77-21C0-3869-05DE7C92376D}"/>
          </ac:spMkLst>
        </pc:spChg>
        <pc:picChg chg="add del">
          <ac:chgData name="Julia Johnson" userId="S::jjoh1175@students.kennesaw.edu::bece193e-bc41-4e93-bd62-ef751322be5f" providerId="AD" clId="Web-{77DE6480-F61A-63AC-964C-B03D87A33CF6}" dt="2026-02-25T02:19:40.324" v="111"/>
          <ac:picMkLst>
            <pc:docMk/>
            <pc:sldMk cId="3763698797" sldId="259"/>
            <ac:picMk id="5" creationId="{C223CD21-E0DA-E333-CB1A-B5C35E48C80E}"/>
          </ac:picMkLst>
        </pc:picChg>
        <pc:picChg chg="add del">
          <ac:chgData name="Julia Johnson" userId="S::jjoh1175@students.kennesaw.edu::bece193e-bc41-4e93-bd62-ef751322be5f" providerId="AD" clId="Web-{77DE6480-F61A-63AC-964C-B03D87A33CF6}" dt="2026-02-25T02:19:43.028" v="113"/>
          <ac:picMkLst>
            <pc:docMk/>
            <pc:sldMk cId="3763698797" sldId="259"/>
            <ac:picMk id="19" creationId="{946FA1C9-BDD7-DA10-FD9E-5C1842119FA1}"/>
          </ac:picMkLst>
        </pc:picChg>
        <pc:picChg chg="add del">
          <ac:chgData name="Julia Johnson" userId="S::jjoh1175@students.kennesaw.edu::bece193e-bc41-4e93-bd62-ef751322be5f" providerId="AD" clId="Web-{77DE6480-F61A-63AC-964C-B03D87A33CF6}" dt="2026-02-25T02:19:57.374" v="115"/>
          <ac:picMkLst>
            <pc:docMk/>
            <pc:sldMk cId="3763698797" sldId="259"/>
            <ac:picMk id="25" creationId="{C223CD21-E0DA-E333-CB1A-B5C35E48C80E}"/>
          </ac:picMkLst>
        </pc:picChg>
        <pc:cxnChg chg="add del">
          <ac:chgData name="Julia Johnson" userId="S::jjoh1175@students.kennesaw.edu::bece193e-bc41-4e93-bd62-ef751322be5f" providerId="AD" clId="Web-{77DE6480-F61A-63AC-964C-B03D87A33CF6}" dt="2026-02-25T02:19:40.324" v="111"/>
          <ac:cxnSpMkLst>
            <pc:docMk/>
            <pc:sldMk cId="3763698797" sldId="259"/>
            <ac:cxnSpMk id="9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77DE6480-F61A-63AC-964C-B03D87A33CF6}" dt="2026-02-25T02:19:40.324" v="111"/>
          <ac:cxnSpMkLst>
            <pc:docMk/>
            <pc:sldMk cId="3763698797" sldId="259"/>
            <ac:cxnSpMk id="15" creationId="{6E25B8EB-C8DD-E579-2093-D182FC5B0F46}"/>
          </ac:cxnSpMkLst>
        </pc:cxnChg>
        <pc:cxnChg chg="add del">
          <ac:chgData name="Julia Johnson" userId="S::jjoh1175@students.kennesaw.edu::bece193e-bc41-4e93-bd62-ef751322be5f" providerId="AD" clId="Web-{77DE6480-F61A-63AC-964C-B03D87A33CF6}" dt="2026-02-25T02:19:43.028" v="113"/>
          <ac:cxnSpMkLst>
            <pc:docMk/>
            <pc:sldMk cId="3763698797" sldId="259"/>
            <ac:cxnSpMk id="17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77DE6480-F61A-63AC-964C-B03D87A33CF6}" dt="2026-02-25T02:19:43.028" v="113"/>
          <ac:cxnSpMkLst>
            <pc:docMk/>
            <pc:sldMk cId="3763698797" sldId="259"/>
            <ac:cxnSpMk id="21" creationId="{7A0A4642-D29D-0121-4C05-5A5559BC5F39}"/>
          </ac:cxnSpMkLst>
        </pc:cxnChg>
        <pc:cxnChg chg="add del">
          <ac:chgData name="Julia Johnson" userId="S::jjoh1175@students.kennesaw.edu::bece193e-bc41-4e93-bd62-ef751322be5f" providerId="AD" clId="Web-{77DE6480-F61A-63AC-964C-B03D87A33CF6}" dt="2026-02-25T02:19:57.374" v="115"/>
          <ac:cxnSpMkLst>
            <pc:docMk/>
            <pc:sldMk cId="3763698797" sldId="259"/>
            <ac:cxnSpMk id="23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77DE6480-F61A-63AC-964C-B03D87A33CF6}" dt="2026-02-25T02:19:57.374" v="115"/>
          <ac:cxnSpMkLst>
            <pc:docMk/>
            <pc:sldMk cId="3763698797" sldId="259"/>
            <ac:cxnSpMk id="27" creationId="{6E25B8EB-C8DD-E579-2093-D182FC5B0F46}"/>
          </ac:cxnSpMkLst>
        </pc:cxnChg>
      </pc:sldChg>
      <pc:sldChg chg="modSp new">
        <pc:chgData name="Julia Johnson" userId="S::jjoh1175@students.kennesaw.edu::bece193e-bc41-4e93-bd62-ef751322be5f" providerId="AD" clId="Web-{77DE6480-F61A-63AC-964C-B03D87A33CF6}" dt="2026-02-25T02:20:43.399" v="129" actId="20577"/>
        <pc:sldMkLst>
          <pc:docMk/>
          <pc:sldMk cId="1625219078" sldId="260"/>
        </pc:sldMkLst>
        <pc:spChg chg="mod">
          <ac:chgData name="Julia Johnson" userId="S::jjoh1175@students.kennesaw.edu::bece193e-bc41-4e93-bd62-ef751322be5f" providerId="AD" clId="Web-{77DE6480-F61A-63AC-964C-B03D87A33CF6}" dt="2026-02-25T02:20:43.399" v="129" actId="20577"/>
          <ac:spMkLst>
            <pc:docMk/>
            <pc:sldMk cId="1625219078" sldId="260"/>
            <ac:spMk id="2" creationId="{033BA32C-5DE8-3A12-E667-1A897E44180D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1:22.749" v="150" actId="20577"/>
        <pc:sldMkLst>
          <pc:docMk/>
          <pc:sldMk cId="505774054" sldId="261"/>
        </pc:sldMkLst>
        <pc:spChg chg="mod">
          <ac:chgData name="Julia Johnson" userId="S::jjoh1175@students.kennesaw.edu::bece193e-bc41-4e93-bd62-ef751322be5f" providerId="AD" clId="Web-{77DE6480-F61A-63AC-964C-B03D87A33CF6}" dt="2026-02-25T02:21:22.749" v="150" actId="20577"/>
          <ac:spMkLst>
            <pc:docMk/>
            <pc:sldMk cId="505774054" sldId="261"/>
            <ac:spMk id="2" creationId="{5D2C4EA1-848B-D7EC-838F-1A06F2A45D82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1:48.643" v="161" actId="20577"/>
        <pc:sldMkLst>
          <pc:docMk/>
          <pc:sldMk cId="2938569431" sldId="262"/>
        </pc:sldMkLst>
        <pc:spChg chg="mod">
          <ac:chgData name="Julia Johnson" userId="S::jjoh1175@students.kennesaw.edu::bece193e-bc41-4e93-bd62-ef751322be5f" providerId="AD" clId="Web-{77DE6480-F61A-63AC-964C-B03D87A33CF6}" dt="2026-02-25T02:21:48.643" v="161" actId="20577"/>
          <ac:spMkLst>
            <pc:docMk/>
            <pc:sldMk cId="2938569431" sldId="262"/>
            <ac:spMk id="2" creationId="{D4273201-1219-10A2-7A36-AB5A6563C238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2:32.399" v="169" actId="20577"/>
        <pc:sldMkLst>
          <pc:docMk/>
          <pc:sldMk cId="441985128" sldId="263"/>
        </pc:sldMkLst>
        <pc:spChg chg="mod">
          <ac:chgData name="Julia Johnson" userId="S::jjoh1175@students.kennesaw.edu::bece193e-bc41-4e93-bd62-ef751322be5f" providerId="AD" clId="Web-{77DE6480-F61A-63AC-964C-B03D87A33CF6}" dt="2026-02-25T02:22:32.399" v="169" actId="20577"/>
          <ac:spMkLst>
            <pc:docMk/>
            <pc:sldMk cId="441985128" sldId="263"/>
            <ac:spMk id="2" creationId="{EE904E5D-3453-E93E-5271-48B2DA1FB8CC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2:39.103" v="176" actId="20577"/>
        <pc:sldMkLst>
          <pc:docMk/>
          <pc:sldMk cId="1500324109" sldId="264"/>
        </pc:sldMkLst>
        <pc:spChg chg="mod">
          <ac:chgData name="Julia Johnson" userId="S::jjoh1175@students.kennesaw.edu::bece193e-bc41-4e93-bd62-ef751322be5f" providerId="AD" clId="Web-{77DE6480-F61A-63AC-964C-B03D87A33CF6}" dt="2026-02-25T02:22:39.103" v="176" actId="20577"/>
          <ac:spMkLst>
            <pc:docMk/>
            <pc:sldMk cId="1500324109" sldId="264"/>
            <ac:spMk id="2" creationId="{C33B6745-1D3C-2E50-CFD5-1EDB0D203007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2:47.901" v="180" actId="20577"/>
        <pc:sldMkLst>
          <pc:docMk/>
          <pc:sldMk cId="2427897646" sldId="265"/>
        </pc:sldMkLst>
        <pc:spChg chg="mod">
          <ac:chgData name="Julia Johnson" userId="S::jjoh1175@students.kennesaw.edu::bece193e-bc41-4e93-bd62-ef751322be5f" providerId="AD" clId="Web-{77DE6480-F61A-63AC-964C-B03D87A33CF6}" dt="2026-02-25T02:22:47.901" v="180" actId="20577"/>
          <ac:spMkLst>
            <pc:docMk/>
            <pc:sldMk cId="2427897646" sldId="265"/>
            <ac:spMk id="2" creationId="{1505987D-C4DD-DE2F-18C3-F6993C9993DC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3:11.216" v="191" actId="20577"/>
        <pc:sldMkLst>
          <pc:docMk/>
          <pc:sldMk cId="1457925000" sldId="266"/>
        </pc:sldMkLst>
        <pc:spChg chg="mod">
          <ac:chgData name="Julia Johnson" userId="S::jjoh1175@students.kennesaw.edu::bece193e-bc41-4e93-bd62-ef751322be5f" providerId="AD" clId="Web-{77DE6480-F61A-63AC-964C-B03D87A33CF6}" dt="2026-02-25T02:23:11.216" v="191" actId="20577"/>
          <ac:spMkLst>
            <pc:docMk/>
            <pc:sldMk cId="1457925000" sldId="266"/>
            <ac:spMk id="2" creationId="{870A41C1-84EB-50CD-4B27-2418F80B090E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4:31.459" v="222" actId="20577"/>
        <pc:sldMkLst>
          <pc:docMk/>
          <pc:sldMk cId="2231840426" sldId="267"/>
        </pc:sldMkLst>
        <pc:spChg chg="mod">
          <ac:chgData name="Julia Johnson" userId="S::jjoh1175@students.kennesaw.edu::bece193e-bc41-4e93-bd62-ef751322be5f" providerId="AD" clId="Web-{77DE6480-F61A-63AC-964C-B03D87A33CF6}" dt="2026-02-25T02:24:31.459" v="222" actId="20577"/>
          <ac:spMkLst>
            <pc:docMk/>
            <pc:sldMk cId="2231840426" sldId="267"/>
            <ac:spMk id="2" creationId="{08F68B06-512B-329A-E8A8-7BDACE3846EC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3:47.189" v="199" actId="20577"/>
        <pc:sldMkLst>
          <pc:docMk/>
          <pc:sldMk cId="248792580" sldId="268"/>
        </pc:sldMkLst>
        <pc:spChg chg="mod">
          <ac:chgData name="Julia Johnson" userId="S::jjoh1175@students.kennesaw.edu::bece193e-bc41-4e93-bd62-ef751322be5f" providerId="AD" clId="Web-{77DE6480-F61A-63AC-964C-B03D87A33CF6}" dt="2026-02-25T02:23:47.189" v="199" actId="20577"/>
          <ac:spMkLst>
            <pc:docMk/>
            <pc:sldMk cId="248792580" sldId="268"/>
            <ac:spMk id="2" creationId="{BC688D11-E3B3-606B-14A1-19A9087B2BC9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4:34.193" v="230" actId="20577"/>
        <pc:sldMkLst>
          <pc:docMk/>
          <pc:sldMk cId="2835267343" sldId="269"/>
        </pc:sldMkLst>
        <pc:spChg chg="mod">
          <ac:chgData name="Julia Johnson" userId="S::jjoh1175@students.kennesaw.edu::bece193e-bc41-4e93-bd62-ef751322be5f" providerId="AD" clId="Web-{77DE6480-F61A-63AC-964C-B03D87A33CF6}" dt="2026-02-25T02:24:34.193" v="230" actId="20577"/>
          <ac:spMkLst>
            <pc:docMk/>
            <pc:sldMk cId="2835267343" sldId="269"/>
            <ac:spMk id="2" creationId="{60C42204-757C-9F08-4EE2-D9A0249DCDF4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24:42.897" v="234" actId="20577"/>
        <pc:sldMkLst>
          <pc:docMk/>
          <pc:sldMk cId="3529836608" sldId="270"/>
        </pc:sldMkLst>
        <pc:spChg chg="mod">
          <ac:chgData name="Julia Johnson" userId="S::jjoh1175@students.kennesaw.edu::bece193e-bc41-4e93-bd62-ef751322be5f" providerId="AD" clId="Web-{77DE6480-F61A-63AC-964C-B03D87A33CF6}" dt="2026-02-25T02:24:42.897" v="234" actId="20577"/>
          <ac:spMkLst>
            <pc:docMk/>
            <pc:sldMk cId="3529836608" sldId="270"/>
            <ac:spMk id="2" creationId="{B98C1FB7-1C6D-76F1-B0F9-43B207611077}"/>
          </ac:spMkLst>
        </pc:spChg>
      </pc:sldChg>
      <pc:sldChg chg="modSp new">
        <pc:chgData name="Julia Johnson" userId="S::jjoh1175@students.kennesaw.edu::bece193e-bc41-4e93-bd62-ef751322be5f" providerId="AD" clId="Web-{77DE6480-F61A-63AC-964C-B03D87A33CF6}" dt="2026-02-25T02:31:37.842" v="889" actId="20577"/>
        <pc:sldMkLst>
          <pc:docMk/>
          <pc:sldMk cId="4149485863" sldId="272"/>
        </pc:sldMkLst>
        <pc:spChg chg="mod">
          <ac:chgData name="Julia Johnson" userId="S::jjoh1175@students.kennesaw.edu::bece193e-bc41-4e93-bd62-ef751322be5f" providerId="AD" clId="Web-{77DE6480-F61A-63AC-964C-B03D87A33CF6}" dt="2026-02-25T02:31:37.842" v="889" actId="20577"/>
          <ac:spMkLst>
            <pc:docMk/>
            <pc:sldMk cId="4149485863" sldId="272"/>
            <ac:spMk id="2" creationId="{0BE2A3D0-B567-5325-F05A-06F7FFEAA240}"/>
          </ac:spMkLst>
        </pc:spChg>
      </pc:sldChg>
      <pc:sldChg chg="new">
        <pc:chgData name="Julia Johnson" userId="S::jjoh1175@students.kennesaw.edu::bece193e-bc41-4e93-bd62-ef751322be5f" providerId="AD" clId="Web-{77DE6480-F61A-63AC-964C-B03D87A33CF6}" dt="2026-02-25T02:39:44.318" v="1658"/>
        <pc:sldMkLst>
          <pc:docMk/>
          <pc:sldMk cId="543548300" sldId="273"/>
        </pc:sldMkLst>
      </pc:sldChg>
      <pc:sldMasterChg chg="del delSldLayout">
        <pc:chgData name="Julia Johnson" userId="S::jjoh1175@students.kennesaw.edu::bece193e-bc41-4e93-bd62-ef751322be5f" providerId="AD" clId="Web-{77DE6480-F61A-63AC-964C-B03D87A33CF6}" dt="2026-02-25T02:04:48.178" v="0"/>
        <pc:sldMasterMkLst>
          <pc:docMk/>
          <pc:sldMasterMk cId="2460954070" sldId="2147483660"/>
        </pc:sldMasterMkLst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Julia Johnson" userId="S::jjoh1175@students.kennesaw.edu::bece193e-bc41-4e93-bd62-ef751322be5f" providerId="AD" clId="Web-{77DE6480-F61A-63AC-964C-B03D87A33CF6}" dt="2026-02-25T02:04:48.178" v="0"/>
        <pc:sldMasterMkLst>
          <pc:docMk/>
          <pc:sldMasterMk cId="1564450300" sldId="2147483672"/>
        </pc:sldMasterMkLst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590887923" sldId="2147483673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4040177613" sldId="2147483674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3198058845" sldId="2147483675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917354519" sldId="2147483676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2253041064" sldId="2147483677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3760283003" sldId="2147483678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1401333296" sldId="2147483679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3880825362" sldId="2147483680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3307188162" sldId="2147483681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1415493382" sldId="2147483682"/>
          </pc:sldLayoutMkLst>
        </pc:sldLayoutChg>
        <pc:sldLayoutChg chg="add">
          <pc:chgData name="Julia Johnson" userId="S::jjoh1175@students.kennesaw.edu::bece193e-bc41-4e93-bd62-ef751322be5f" providerId="AD" clId="Web-{77DE6480-F61A-63AC-964C-B03D87A33CF6}" dt="2026-02-25T02:04:48.178" v="0"/>
          <pc:sldLayoutMkLst>
            <pc:docMk/>
            <pc:sldMasterMk cId="1564450300" sldId="2147483672"/>
            <pc:sldLayoutMk cId="4114261013" sldId="2147483683"/>
          </pc:sldLayoutMkLst>
        </pc:sldLayoutChg>
      </pc:sldMasterChg>
    </pc:docChg>
  </pc:docChgLst>
  <pc:docChgLst>
    <pc:chgData name="Jalen Tottress" userId="S::jtottres@students.kennesaw.edu::9b8bedd8-bbf4-4df7-85c7-a1d0517546db" providerId="AD" clId="Web-{1ED98272-D4E9-ECFF-DFF5-2A1F8E586DCC}"/>
    <pc:docChg chg="modSld">
      <pc:chgData name="Jalen Tottress" userId="S::jtottres@students.kennesaw.edu::9b8bedd8-bbf4-4df7-85c7-a1d0517546db" providerId="AD" clId="Web-{1ED98272-D4E9-ECFF-DFF5-2A1F8E586DCC}" dt="2026-02-25T20:18:53.704" v="44" actId="20577"/>
      <pc:docMkLst>
        <pc:docMk/>
      </pc:docMkLst>
      <pc:sldChg chg="modSp">
        <pc:chgData name="Jalen Tottress" userId="S::jtottres@students.kennesaw.edu::9b8bedd8-bbf4-4df7-85c7-a1d0517546db" providerId="AD" clId="Web-{1ED98272-D4E9-ECFF-DFF5-2A1F8E586DCC}" dt="2026-02-25T19:58:39.203" v="10" actId="20577"/>
        <pc:sldMkLst>
          <pc:docMk/>
          <pc:sldMk cId="441985128" sldId="263"/>
        </pc:sldMkLst>
        <pc:spChg chg="mod">
          <ac:chgData name="Jalen Tottress" userId="S::jtottres@students.kennesaw.edu::9b8bedd8-bbf4-4df7-85c7-a1d0517546db" providerId="AD" clId="Web-{1ED98272-D4E9-ECFF-DFF5-2A1F8E586DCC}" dt="2026-02-25T19:58:39.203" v="10" actId="20577"/>
          <ac:spMkLst>
            <pc:docMk/>
            <pc:sldMk cId="441985128" sldId="263"/>
            <ac:spMk id="3" creationId="{425D44B3-B1AB-7C70-A178-192843B15C46}"/>
          </ac:spMkLst>
        </pc:spChg>
      </pc:sldChg>
      <pc:sldChg chg="modSp">
        <pc:chgData name="Jalen Tottress" userId="S::jtottres@students.kennesaw.edu::9b8bedd8-bbf4-4df7-85c7-a1d0517546db" providerId="AD" clId="Web-{1ED98272-D4E9-ECFF-DFF5-2A1F8E586DCC}" dt="2026-02-25T20:07:14.509" v="31" actId="20577"/>
        <pc:sldMkLst>
          <pc:docMk/>
          <pc:sldMk cId="1457925000" sldId="266"/>
        </pc:sldMkLst>
        <pc:spChg chg="mod">
          <ac:chgData name="Jalen Tottress" userId="S::jtottres@students.kennesaw.edu::9b8bedd8-bbf4-4df7-85c7-a1d0517546db" providerId="AD" clId="Web-{1ED98272-D4E9-ECFF-DFF5-2A1F8E586DCC}" dt="2026-02-25T20:07:14.509" v="31" actId="20577"/>
          <ac:spMkLst>
            <pc:docMk/>
            <pc:sldMk cId="1457925000" sldId="266"/>
            <ac:spMk id="5" creationId="{14223CE6-D084-934A-FF07-DAD86A03F1EF}"/>
          </ac:spMkLst>
        </pc:spChg>
      </pc:sldChg>
      <pc:sldChg chg="modSp">
        <pc:chgData name="Jalen Tottress" userId="S::jtottres@students.kennesaw.edu::9b8bedd8-bbf4-4df7-85c7-a1d0517546db" providerId="AD" clId="Web-{1ED98272-D4E9-ECFF-DFF5-2A1F8E586DCC}" dt="2026-02-25T20:18:53.704" v="44" actId="20577"/>
        <pc:sldMkLst>
          <pc:docMk/>
          <pc:sldMk cId="2231840426" sldId="267"/>
        </pc:sldMkLst>
        <pc:spChg chg="mod">
          <ac:chgData name="Jalen Tottress" userId="S::jtottres@students.kennesaw.edu::9b8bedd8-bbf4-4df7-85c7-a1d0517546db" providerId="AD" clId="Web-{1ED98272-D4E9-ECFF-DFF5-2A1F8E586DCC}" dt="2026-02-25T20:18:53.704" v="44" actId="20577"/>
          <ac:spMkLst>
            <pc:docMk/>
            <pc:sldMk cId="2231840426" sldId="267"/>
            <ac:spMk id="6" creationId="{B367EDEA-795D-10DC-7035-104986A3393A}"/>
          </ac:spMkLst>
        </pc:spChg>
      </pc:sldChg>
      <pc:sldChg chg="modSp">
        <pc:chgData name="Jalen Tottress" userId="S::jtottres@students.kennesaw.edu::9b8bedd8-bbf4-4df7-85c7-a1d0517546db" providerId="AD" clId="Web-{1ED98272-D4E9-ECFF-DFF5-2A1F8E586DCC}" dt="2026-02-25T20:02:06.926" v="20" actId="1076"/>
        <pc:sldMkLst>
          <pc:docMk/>
          <pc:sldMk cId="4285724986" sldId="275"/>
        </pc:sldMkLst>
        <pc:spChg chg="mod">
          <ac:chgData name="Jalen Tottress" userId="S::jtottres@students.kennesaw.edu::9b8bedd8-bbf4-4df7-85c7-a1d0517546db" providerId="AD" clId="Web-{1ED98272-D4E9-ECFF-DFF5-2A1F8E586DCC}" dt="2026-02-25T20:02:00.707" v="19" actId="1076"/>
          <ac:spMkLst>
            <pc:docMk/>
            <pc:sldMk cId="4285724986" sldId="275"/>
            <ac:spMk id="5" creationId="{17D418D0-9D49-031C-3FE6-323FDB568A69}"/>
          </ac:spMkLst>
        </pc:spChg>
        <pc:spChg chg="mod">
          <ac:chgData name="Jalen Tottress" userId="S::jtottres@students.kennesaw.edu::9b8bedd8-bbf4-4df7-85c7-a1d0517546db" providerId="AD" clId="Web-{1ED98272-D4E9-ECFF-DFF5-2A1F8E586DCC}" dt="2026-02-25T20:02:06.926" v="20" actId="1076"/>
          <ac:spMkLst>
            <pc:docMk/>
            <pc:sldMk cId="4285724986" sldId="275"/>
            <ac:spMk id="6" creationId="{531AF1D9-A1F0-7412-BFE4-1EB12AB348BE}"/>
          </ac:spMkLst>
        </pc:spChg>
        <pc:picChg chg="mod">
          <ac:chgData name="Jalen Tottress" userId="S::jtottres@students.kennesaw.edu::9b8bedd8-bbf4-4df7-85c7-a1d0517546db" providerId="AD" clId="Web-{1ED98272-D4E9-ECFF-DFF5-2A1F8E586DCC}" dt="2026-02-25T20:01:51.801" v="17" actId="1076"/>
          <ac:picMkLst>
            <pc:docMk/>
            <pc:sldMk cId="4285724986" sldId="275"/>
            <ac:picMk id="3" creationId="{65999837-2A18-90BC-8A48-DCAC23384C97}"/>
          </ac:picMkLst>
        </pc:picChg>
        <pc:picChg chg="mod">
          <ac:chgData name="Jalen Tottress" userId="S::jtottres@students.kennesaw.edu::9b8bedd8-bbf4-4df7-85c7-a1d0517546db" providerId="AD" clId="Web-{1ED98272-D4E9-ECFF-DFF5-2A1F8E586DCC}" dt="2026-02-25T20:01:55.473" v="18" actId="1076"/>
          <ac:picMkLst>
            <pc:docMk/>
            <pc:sldMk cId="4285724986" sldId="275"/>
            <ac:picMk id="4" creationId="{FC6FC344-DF51-B453-2B02-72A96C04D138}"/>
          </ac:picMkLst>
        </pc:picChg>
      </pc:sldChg>
    </pc:docChg>
  </pc:docChgLst>
  <pc:docChgLst>
    <pc:chgData name="Giancarlos Hernandez Mendez" userId="S::gherna39@students.kennesaw.edu::6d1c9635-3454-48f9-b0f8-dbffbdbcbd51" providerId="AD" clId="Web-{8E9E477F-EFD5-D1AD-26B1-09319026E409}"/>
    <pc:docChg chg="modSld">
      <pc:chgData name="Giancarlos Hernandez Mendez" userId="S::gherna39@students.kennesaw.edu::6d1c9635-3454-48f9-b0f8-dbffbdbcbd51" providerId="AD" clId="Web-{8E9E477F-EFD5-D1AD-26B1-09319026E409}" dt="2026-02-25T08:02:43.309" v="323" actId="14100"/>
      <pc:docMkLst>
        <pc:docMk/>
      </pc:docMkLst>
      <pc:sldChg chg="addSp delSp modSp">
        <pc:chgData name="Giancarlos Hernandez Mendez" userId="S::gherna39@students.kennesaw.edu::6d1c9635-3454-48f9-b0f8-dbffbdbcbd51" providerId="AD" clId="Web-{8E9E477F-EFD5-D1AD-26B1-09319026E409}" dt="2026-02-25T08:02:43.309" v="323" actId="14100"/>
        <pc:sldMkLst>
          <pc:docMk/>
          <pc:sldMk cId="2938569431" sldId="262"/>
        </pc:sldMkLst>
        <pc:spChg chg="mod">
          <ac:chgData name="Giancarlos Hernandez Mendez" userId="S::gherna39@students.kennesaw.edu::6d1c9635-3454-48f9-b0f8-dbffbdbcbd51" providerId="AD" clId="Web-{8E9E477F-EFD5-D1AD-26B1-09319026E409}" dt="2026-02-25T08:02:43.309" v="323" actId="14100"/>
          <ac:spMkLst>
            <pc:docMk/>
            <pc:sldMk cId="2938569431" sldId="262"/>
            <ac:spMk id="5" creationId="{A8616923-2986-F0C1-3854-FBFF0635E5E2}"/>
          </ac:spMkLst>
        </pc:spChg>
        <pc:spChg chg="mod">
          <ac:chgData name="Giancarlos Hernandez Mendez" userId="S::gherna39@students.kennesaw.edu::6d1c9635-3454-48f9-b0f8-dbffbdbcbd51" providerId="AD" clId="Web-{8E9E477F-EFD5-D1AD-26B1-09319026E409}" dt="2026-02-25T07:35:21.857" v="153" actId="20577"/>
          <ac:spMkLst>
            <pc:docMk/>
            <pc:sldMk cId="2938569431" sldId="262"/>
            <ac:spMk id="8" creationId="{C8B367C6-8356-E880-FACF-D22E932C89E8}"/>
          </ac:spMkLst>
        </pc:spChg>
        <pc:picChg chg="add mod modCrop">
          <ac:chgData name="Giancarlos Hernandez Mendez" userId="S::gherna39@students.kennesaw.edu::6d1c9635-3454-48f9-b0f8-dbffbdbcbd51" providerId="AD" clId="Web-{8E9E477F-EFD5-D1AD-26B1-09319026E409}" dt="2026-02-25T07:35:46.826" v="159" actId="1076"/>
          <ac:picMkLst>
            <pc:docMk/>
            <pc:sldMk cId="2938569431" sldId="262"/>
            <ac:picMk id="3" creationId="{B0F6BF14-24CC-367E-9D81-13CA65941A98}"/>
          </ac:picMkLst>
        </pc:picChg>
        <pc:picChg chg="del mod">
          <ac:chgData name="Giancarlos Hernandez Mendez" userId="S::gherna39@students.kennesaw.edu::6d1c9635-3454-48f9-b0f8-dbffbdbcbd51" providerId="AD" clId="Web-{8E9E477F-EFD5-D1AD-26B1-09319026E409}" dt="2026-02-25T07:33:07.011" v="131"/>
          <ac:picMkLst>
            <pc:docMk/>
            <pc:sldMk cId="2938569431" sldId="262"/>
            <ac:picMk id="4" creationId="{7A559E19-8032-E7DF-6209-F5C38E5909A5}"/>
          </ac:picMkLst>
        </pc:picChg>
        <pc:picChg chg="mod">
          <ac:chgData name="Giancarlos Hernandez Mendez" userId="S::gherna39@students.kennesaw.edu::6d1c9635-3454-48f9-b0f8-dbffbdbcbd51" providerId="AD" clId="Web-{8E9E477F-EFD5-D1AD-26B1-09319026E409}" dt="2026-02-25T07:35:36.857" v="157" actId="14100"/>
          <ac:picMkLst>
            <pc:docMk/>
            <pc:sldMk cId="2938569431" sldId="262"/>
            <ac:picMk id="6" creationId="{D9BE3A62-4EFE-2F56-EDD8-F2FDC39CE67B}"/>
          </ac:picMkLst>
        </pc:picChg>
        <pc:picChg chg="add mod modCrop">
          <ac:chgData name="Giancarlos Hernandez Mendez" userId="S::gherna39@students.kennesaw.edu::6d1c9635-3454-48f9-b0f8-dbffbdbcbd51" providerId="AD" clId="Web-{8E9E477F-EFD5-D1AD-26B1-09319026E409}" dt="2026-02-25T07:34:55.872" v="148" actId="14100"/>
          <ac:picMkLst>
            <pc:docMk/>
            <pc:sldMk cId="2938569431" sldId="262"/>
            <ac:picMk id="7" creationId="{AFD65C90-D747-C715-19C3-1EB7741018AE}"/>
          </ac:picMkLst>
        </pc:picChg>
        <pc:picChg chg="add mod modCrop">
          <ac:chgData name="Giancarlos Hernandez Mendez" userId="S::gherna39@students.kennesaw.edu::6d1c9635-3454-48f9-b0f8-dbffbdbcbd51" providerId="AD" clId="Web-{8E9E477F-EFD5-D1AD-26B1-09319026E409}" dt="2026-02-25T07:35:03.497" v="149" actId="14100"/>
          <ac:picMkLst>
            <pc:docMk/>
            <pc:sldMk cId="2938569431" sldId="262"/>
            <ac:picMk id="9" creationId="{EF7E2D08-811C-6B26-66C6-E70CC6F25572}"/>
          </ac:picMkLst>
        </pc:picChg>
      </pc:sldChg>
    </pc:docChg>
  </pc:docChgLst>
  <pc:docChgLst>
    <pc:chgData name="Julia Johnson" userId="S::jjoh1175@students.kennesaw.edu::bece193e-bc41-4e93-bd62-ef751322be5f" providerId="AD" clId="Web-{9668DD3A-C442-2EEF-EB30-CA6ED22FCAC0}"/>
    <pc:docChg chg="delSld modSld">
      <pc:chgData name="Julia Johnson" userId="S::jjoh1175@students.kennesaw.edu::bece193e-bc41-4e93-bd62-ef751322be5f" providerId="AD" clId="Web-{9668DD3A-C442-2EEF-EB30-CA6ED22FCAC0}" dt="2026-02-25T03:21:28.496" v="479" actId="20577"/>
      <pc:docMkLst>
        <pc:docMk/>
      </pc:docMkLst>
      <pc:sldChg chg="addSp modSp mod modClrScheme chgLayout">
        <pc:chgData name="Julia Johnson" userId="S::jjoh1175@students.kennesaw.edu::bece193e-bc41-4e93-bd62-ef751322be5f" providerId="AD" clId="Web-{9668DD3A-C442-2EEF-EB30-CA6ED22FCAC0}" dt="2026-02-25T03:05:22.576" v="441" actId="20577"/>
        <pc:sldMkLst>
          <pc:docMk/>
          <pc:sldMk cId="2231840426" sldId="267"/>
        </pc:sldMkLst>
        <pc:spChg chg="mod ord">
          <ac:chgData name="Julia Johnson" userId="S::jjoh1175@students.kennesaw.edu::bece193e-bc41-4e93-bd62-ef751322be5f" providerId="AD" clId="Web-{9668DD3A-C442-2EEF-EB30-CA6ED22FCAC0}" dt="2026-02-25T02:58:39.632" v="35"/>
          <ac:spMkLst>
            <pc:docMk/>
            <pc:sldMk cId="2231840426" sldId="267"/>
            <ac:spMk id="2" creationId="{08F68B06-512B-329A-E8A8-7BDACE3846EC}"/>
          </ac:spMkLst>
        </pc:spChg>
        <pc:spChg chg="add mod ord">
          <ac:chgData name="Julia Johnson" userId="S::jjoh1175@students.kennesaw.edu::bece193e-bc41-4e93-bd62-ef751322be5f" providerId="AD" clId="Web-{9668DD3A-C442-2EEF-EB30-CA6ED22FCAC0}" dt="2026-02-25T02:58:44.007" v="41" actId="20577"/>
          <ac:spMkLst>
            <pc:docMk/>
            <pc:sldMk cId="2231840426" sldId="267"/>
            <ac:spMk id="3" creationId="{616FCCF6-2CBA-10E2-4862-DE934C08DD81}"/>
          </ac:spMkLst>
        </pc:spChg>
        <pc:spChg chg="add mod ord">
          <ac:chgData name="Julia Johnson" userId="S::jjoh1175@students.kennesaw.edu::bece193e-bc41-4e93-bd62-ef751322be5f" providerId="AD" clId="Web-{9668DD3A-C442-2EEF-EB30-CA6ED22FCAC0}" dt="2026-02-25T03:05:22.576" v="441" actId="20577"/>
          <ac:spMkLst>
            <pc:docMk/>
            <pc:sldMk cId="2231840426" sldId="267"/>
            <ac:spMk id="4" creationId="{7D81B6B5-E71A-DDB5-0545-1B649EA14270}"/>
          </ac:spMkLst>
        </pc:spChg>
        <pc:spChg chg="add mod ord">
          <ac:chgData name="Julia Johnson" userId="S::jjoh1175@students.kennesaw.edu::bece193e-bc41-4e93-bd62-ef751322be5f" providerId="AD" clId="Web-{9668DD3A-C442-2EEF-EB30-CA6ED22FCAC0}" dt="2026-02-25T02:58:45.960" v="47" actId="20577"/>
          <ac:spMkLst>
            <pc:docMk/>
            <pc:sldMk cId="2231840426" sldId="267"/>
            <ac:spMk id="5" creationId="{C2BD7656-70E0-E486-24A0-45BED5FDC001}"/>
          </ac:spMkLst>
        </pc:spChg>
        <pc:spChg chg="add mod ord">
          <ac:chgData name="Julia Johnson" userId="S::jjoh1175@students.kennesaw.edu::bece193e-bc41-4e93-bd62-ef751322be5f" providerId="AD" clId="Web-{9668DD3A-C442-2EEF-EB30-CA6ED22FCAC0}" dt="2026-02-25T03:05:16.342" v="411" actId="20577"/>
          <ac:spMkLst>
            <pc:docMk/>
            <pc:sldMk cId="2231840426" sldId="267"/>
            <ac:spMk id="6" creationId="{B367EDEA-795D-10DC-7035-104986A3393A}"/>
          </ac:spMkLst>
        </pc:spChg>
      </pc:sldChg>
      <pc:sldChg chg="addSp delSp modSp mod setBg modClrScheme chgLayout">
        <pc:chgData name="Julia Johnson" userId="S::jjoh1175@students.kennesaw.edu::bece193e-bc41-4e93-bd62-ef751322be5f" providerId="AD" clId="Web-{9668DD3A-C442-2EEF-EB30-CA6ED22FCAC0}" dt="2026-02-25T03:17:24.244" v="476"/>
        <pc:sldMkLst>
          <pc:docMk/>
          <pc:sldMk cId="3529836608" sldId="270"/>
        </pc:sldMkLst>
        <pc:spChg chg="mod ord">
          <ac:chgData name="Julia Johnson" userId="S::jjoh1175@students.kennesaw.edu::bece193e-bc41-4e93-bd62-ef751322be5f" providerId="AD" clId="Web-{9668DD3A-C442-2EEF-EB30-CA6ED22FCAC0}" dt="2026-02-25T03:17:24.244" v="476"/>
          <ac:spMkLst>
            <pc:docMk/>
            <pc:sldMk cId="3529836608" sldId="270"/>
            <ac:spMk id="2" creationId="{B98C1FB7-1C6D-76F1-B0F9-43B207611077}"/>
          </ac:spMkLst>
        </pc:spChg>
        <pc:spChg chg="add">
          <ac:chgData name="Julia Johnson" userId="S::jjoh1175@students.kennesaw.edu::bece193e-bc41-4e93-bd62-ef751322be5f" providerId="AD" clId="Web-{9668DD3A-C442-2EEF-EB30-CA6ED22FCAC0}" dt="2026-02-25T03:17:24.244" v="476"/>
          <ac:spMkLst>
            <pc:docMk/>
            <pc:sldMk cId="3529836608" sldId="270"/>
            <ac:spMk id="13" creationId="{19F9BF86-FE94-4517-B97D-026C7515E589}"/>
          </ac:spMkLst>
        </pc:spChg>
        <pc:picChg chg="add del mod">
          <ac:chgData name="Julia Johnson" userId="S::jjoh1175@students.kennesaw.edu::bece193e-bc41-4e93-bd62-ef751322be5f" providerId="AD" clId="Web-{9668DD3A-C442-2EEF-EB30-CA6ED22FCAC0}" dt="2026-02-25T03:15:01.413" v="447"/>
          <ac:picMkLst>
            <pc:docMk/>
            <pc:sldMk cId="3529836608" sldId="270"/>
            <ac:picMk id="3" creationId="{5B5FEA7A-635E-3F29-FBFC-C0BCD8654D46}"/>
          </ac:picMkLst>
        </pc:picChg>
        <pc:picChg chg="add del mod">
          <ac:chgData name="Julia Johnson" userId="S::jjoh1175@students.kennesaw.edu::bece193e-bc41-4e93-bd62-ef751322be5f" providerId="AD" clId="Web-{9668DD3A-C442-2EEF-EB30-CA6ED22FCAC0}" dt="2026-02-25T03:15:35.430" v="452"/>
          <ac:picMkLst>
            <pc:docMk/>
            <pc:sldMk cId="3529836608" sldId="270"/>
            <ac:picMk id="4" creationId="{17B78D4D-6DCA-E11C-8D86-A7FDE89AE72B}"/>
          </ac:picMkLst>
        </pc:picChg>
        <pc:picChg chg="add del mod ord">
          <ac:chgData name="Julia Johnson" userId="S::jjoh1175@students.kennesaw.edu::bece193e-bc41-4e93-bd62-ef751322be5f" providerId="AD" clId="Web-{9668DD3A-C442-2EEF-EB30-CA6ED22FCAC0}" dt="2026-02-25T03:17:09.384" v="474"/>
          <ac:picMkLst>
            <pc:docMk/>
            <pc:sldMk cId="3529836608" sldId="270"/>
            <ac:picMk id="5" creationId="{A2E14F43-DA6C-AE57-1E94-F88448067821}"/>
          </ac:picMkLst>
        </pc:picChg>
        <pc:picChg chg="add mod">
          <ac:chgData name="Julia Johnson" userId="S::jjoh1175@students.kennesaw.edu::bece193e-bc41-4e93-bd62-ef751322be5f" providerId="AD" clId="Web-{9668DD3A-C442-2EEF-EB30-CA6ED22FCAC0}" dt="2026-02-25T03:17:24.244" v="476"/>
          <ac:picMkLst>
            <pc:docMk/>
            <pc:sldMk cId="3529836608" sldId="270"/>
            <ac:picMk id="6" creationId="{6C946CD4-6E43-A4F3-7F51-AC526484FD51}"/>
          </ac:picMkLst>
        </pc:picChg>
        <pc:cxnChg chg="add">
          <ac:chgData name="Julia Johnson" userId="S::jjoh1175@students.kennesaw.edu::bece193e-bc41-4e93-bd62-ef751322be5f" providerId="AD" clId="Web-{9668DD3A-C442-2EEF-EB30-CA6ED22FCAC0}" dt="2026-02-25T03:17:24.244" v="476"/>
          <ac:cxnSpMkLst>
            <pc:docMk/>
            <pc:sldMk cId="3529836608" sldId="270"/>
            <ac:cxnSpMk id="11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9668DD3A-C442-2EEF-EB30-CA6ED22FCAC0}" dt="2026-02-25T03:17:24.244" v="476"/>
          <ac:cxnSpMkLst>
            <pc:docMk/>
            <pc:sldMk cId="3529836608" sldId="270"/>
            <ac:cxnSpMk id="15" creationId="{6CA391F1-4B2C-521B-F6A5-52C74B30349D}"/>
          </ac:cxnSpMkLst>
        </pc:cxnChg>
      </pc:sldChg>
      <pc:sldChg chg="addSp delSp modSp">
        <pc:chgData name="Julia Johnson" userId="S::jjoh1175@students.kennesaw.edu::bece193e-bc41-4e93-bd62-ef751322be5f" providerId="AD" clId="Web-{9668DD3A-C442-2EEF-EB30-CA6ED22FCAC0}" dt="2026-02-25T03:21:28.496" v="479" actId="20577"/>
        <pc:sldMkLst>
          <pc:docMk/>
          <pc:sldMk cId="2425924764" sldId="271"/>
        </pc:sldMkLst>
        <pc:spChg chg="mod">
          <ac:chgData name="Julia Johnson" userId="S::jjoh1175@students.kennesaw.edu::bece193e-bc41-4e93-bd62-ef751322be5f" providerId="AD" clId="Web-{9668DD3A-C442-2EEF-EB30-CA6ED22FCAC0}" dt="2026-02-25T03:21:28.496" v="479" actId="20577"/>
          <ac:spMkLst>
            <pc:docMk/>
            <pc:sldMk cId="2425924764" sldId="271"/>
            <ac:spMk id="2" creationId="{959BBABA-3B0B-E878-F272-BC219B649386}"/>
          </ac:spMkLst>
        </pc:spChg>
        <pc:spChg chg="del">
          <ac:chgData name="Julia Johnson" userId="S::jjoh1175@students.kennesaw.edu::bece193e-bc41-4e93-bd62-ef751322be5f" providerId="AD" clId="Web-{9668DD3A-C442-2EEF-EB30-CA6ED22FCAC0}" dt="2026-02-25T03:18:03.166" v="477"/>
          <ac:spMkLst>
            <pc:docMk/>
            <pc:sldMk cId="2425924764" sldId="271"/>
            <ac:spMk id="27" creationId="{19F9BF86-FE94-4517-B97D-026C7515E589}"/>
          </ac:spMkLst>
        </pc:spChg>
        <pc:spChg chg="add">
          <ac:chgData name="Julia Johnson" userId="S::jjoh1175@students.kennesaw.edu::bece193e-bc41-4e93-bd62-ef751322be5f" providerId="AD" clId="Web-{9668DD3A-C442-2EEF-EB30-CA6ED22FCAC0}" dt="2026-02-25T03:18:03.166" v="477"/>
          <ac:spMkLst>
            <pc:docMk/>
            <pc:sldMk cId="2425924764" sldId="271"/>
            <ac:spMk id="35" creationId="{CFD1D2CD-954D-4C4D-B505-05EAD159B230}"/>
          </ac:spMkLst>
        </pc:spChg>
        <pc:picChg chg="mod">
          <ac:chgData name="Julia Johnson" userId="S::jjoh1175@students.kennesaw.edu::bece193e-bc41-4e93-bd62-ef751322be5f" providerId="AD" clId="Web-{9668DD3A-C442-2EEF-EB30-CA6ED22FCAC0}" dt="2026-02-25T03:18:03.166" v="477"/>
          <ac:picMkLst>
            <pc:docMk/>
            <pc:sldMk cId="2425924764" sldId="271"/>
            <ac:picMk id="3" creationId="{76F954E6-EF07-046B-42D1-E8FE694EB998}"/>
          </ac:picMkLst>
        </pc:picChg>
        <pc:cxnChg chg="del">
          <ac:chgData name="Julia Johnson" userId="S::jjoh1175@students.kennesaw.edu::bece193e-bc41-4e93-bd62-ef751322be5f" providerId="AD" clId="Web-{9668DD3A-C442-2EEF-EB30-CA6ED22FCAC0}" dt="2026-02-25T03:18:03.166" v="477"/>
          <ac:cxnSpMkLst>
            <pc:docMk/>
            <pc:sldMk cId="2425924764" sldId="271"/>
            <ac:cxnSpMk id="26" creationId="{118E06E4-607B-144B-382B-AD3D06B1EE8C}"/>
          </ac:cxnSpMkLst>
        </pc:cxnChg>
        <pc:cxnChg chg="del">
          <ac:chgData name="Julia Johnson" userId="S::jjoh1175@students.kennesaw.edu::bece193e-bc41-4e93-bd62-ef751322be5f" providerId="AD" clId="Web-{9668DD3A-C442-2EEF-EB30-CA6ED22FCAC0}" dt="2026-02-25T03:18:03.166" v="477"/>
          <ac:cxnSpMkLst>
            <pc:docMk/>
            <pc:sldMk cId="2425924764" sldId="271"/>
            <ac:cxnSpMk id="28" creationId="{59D7B6BE-A4E0-4483-BEC5-493AC3E5D2AD}"/>
          </ac:cxnSpMkLst>
        </pc:cxnChg>
        <pc:cxnChg chg="add">
          <ac:chgData name="Julia Johnson" userId="S::jjoh1175@students.kennesaw.edu::bece193e-bc41-4e93-bd62-ef751322be5f" providerId="AD" clId="Web-{9668DD3A-C442-2EEF-EB30-CA6ED22FCAC0}" dt="2026-02-25T03:18:03.166" v="477"/>
          <ac:cxnSpMkLst>
            <pc:docMk/>
            <pc:sldMk cId="2425924764" sldId="271"/>
            <ac:cxnSpMk id="33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9668DD3A-C442-2EEF-EB30-CA6ED22FCAC0}" dt="2026-02-25T03:18:03.166" v="477"/>
          <ac:cxnSpMkLst>
            <pc:docMk/>
            <pc:sldMk cId="2425924764" sldId="271"/>
            <ac:cxnSpMk id="37" creationId="{A2D508B3-A66C-833E-D929-8DC211635676}"/>
          </ac:cxnSpMkLst>
        </pc:cxnChg>
      </pc:sldChg>
      <pc:sldChg chg="del">
        <pc:chgData name="Julia Johnson" userId="S::jjoh1175@students.kennesaw.edu::bece193e-bc41-4e93-bd62-ef751322be5f" providerId="AD" clId="Web-{9668DD3A-C442-2EEF-EB30-CA6ED22FCAC0}" dt="2026-02-25T02:58:23.303" v="33"/>
        <pc:sldMkLst>
          <pc:docMk/>
          <pc:sldMk cId="543548300" sldId="273"/>
        </pc:sldMkLst>
      </pc:sldChg>
      <pc:sldChg chg="addSp delSp modSp">
        <pc:chgData name="Julia Johnson" userId="S::jjoh1175@students.kennesaw.edu::bece193e-bc41-4e93-bd62-ef751322be5f" providerId="AD" clId="Web-{9668DD3A-C442-2EEF-EB30-CA6ED22FCAC0}" dt="2026-02-25T02:57:55.723" v="32" actId="1076"/>
        <pc:sldMkLst>
          <pc:docMk/>
          <pc:sldMk cId="3234573381" sldId="274"/>
        </pc:sldMkLst>
        <pc:picChg chg="add del mod">
          <ac:chgData name="Julia Johnson" userId="S::jjoh1175@students.kennesaw.edu::bece193e-bc41-4e93-bd62-ef751322be5f" providerId="AD" clId="Web-{9668DD3A-C442-2EEF-EB30-CA6ED22FCAC0}" dt="2026-02-25T02:54:56.137" v="2"/>
          <ac:picMkLst>
            <pc:docMk/>
            <pc:sldMk cId="3234573381" sldId="274"/>
            <ac:picMk id="3" creationId="{92ECBE7F-28EA-0DE3-E565-BB248F1971C3}"/>
          </ac:picMkLst>
        </pc:picChg>
        <pc:picChg chg="add del mod ord modCrop">
          <ac:chgData name="Julia Johnson" userId="S::jjoh1175@students.kennesaw.edu::bece193e-bc41-4e93-bd62-ef751322be5f" providerId="AD" clId="Web-{9668DD3A-C442-2EEF-EB30-CA6ED22FCAC0}" dt="2026-02-25T02:56:23.469" v="23"/>
          <ac:picMkLst>
            <pc:docMk/>
            <pc:sldMk cId="3234573381" sldId="274"/>
            <ac:picMk id="5" creationId="{945643D3-25F8-CC81-89C8-755B8D56268B}"/>
          </ac:picMkLst>
        </pc:picChg>
        <pc:picChg chg="add mod ord">
          <ac:chgData name="Julia Johnson" userId="S::jjoh1175@students.kennesaw.edu::bece193e-bc41-4e93-bd62-ef751322be5f" providerId="AD" clId="Web-{9668DD3A-C442-2EEF-EB30-CA6ED22FCAC0}" dt="2026-02-25T02:57:55.723" v="32" actId="1076"/>
          <ac:picMkLst>
            <pc:docMk/>
            <pc:sldMk cId="3234573381" sldId="274"/>
            <ac:picMk id="6" creationId="{69E70C87-D7A5-7EFE-6F3D-5A05642FC71B}"/>
          </ac:picMkLst>
        </pc:picChg>
      </pc:sldChg>
      <pc:sldChg chg="del">
        <pc:chgData name="Julia Johnson" userId="S::jjoh1175@students.kennesaw.edu::bece193e-bc41-4e93-bd62-ef751322be5f" providerId="AD" clId="Web-{9668DD3A-C442-2EEF-EB30-CA6ED22FCAC0}" dt="2026-02-25T02:54:46.589" v="0"/>
        <pc:sldMkLst>
          <pc:docMk/>
          <pc:sldMk cId="2369565988" sldId="275"/>
        </pc:sldMkLst>
      </pc:sldChg>
    </pc:docChg>
  </pc:docChgLst>
  <pc:docChgLst>
    <pc:chgData name="Giancarlos Hernandez Mendez" userId="S::gherna39@students.kennesaw.edu::6d1c9635-3454-48f9-b0f8-dbffbdbcbd51" providerId="AD" clId="Web-{CD161C91-64C2-7F02-93C8-C87A6FA11FFB}"/>
    <pc:docChg chg="delSld modSld sldOrd">
      <pc:chgData name="Giancarlos Hernandez Mendez" userId="S::gherna39@students.kennesaw.edu::6d1c9635-3454-48f9-b0f8-dbffbdbcbd51" providerId="AD" clId="Web-{CD161C91-64C2-7F02-93C8-C87A6FA11FFB}" dt="2026-02-25T20:18:42.173" v="172" actId="20577"/>
      <pc:docMkLst>
        <pc:docMk/>
      </pc:docMkLst>
      <pc:sldChg chg="modNotes">
        <pc:chgData name="Giancarlos Hernandez Mendez" userId="S::gherna39@students.kennesaw.edu::6d1c9635-3454-48f9-b0f8-dbffbdbcbd51" providerId="AD" clId="Web-{CD161C91-64C2-7F02-93C8-C87A6FA11FFB}" dt="2026-02-25T19:55:37.397" v="16"/>
        <pc:sldMkLst>
          <pc:docMk/>
          <pc:sldMk cId="505774054" sldId="261"/>
        </pc:sldMkLst>
      </pc:sldChg>
      <pc:sldChg chg="modSp ord">
        <pc:chgData name="Giancarlos Hernandez Mendez" userId="S::gherna39@students.kennesaw.edu::6d1c9635-3454-48f9-b0f8-dbffbdbcbd51" providerId="AD" clId="Web-{CD161C91-64C2-7F02-93C8-C87A6FA11FFB}" dt="2026-02-25T20:18:42.173" v="172" actId="20577"/>
        <pc:sldMkLst>
          <pc:docMk/>
          <pc:sldMk cId="2938569431" sldId="262"/>
        </pc:sldMkLst>
        <pc:spChg chg="mod">
          <ac:chgData name="Giancarlos Hernandez Mendez" userId="S::gherna39@students.kennesaw.edu::6d1c9635-3454-48f9-b0f8-dbffbdbcbd51" providerId="AD" clId="Web-{CD161C91-64C2-7F02-93C8-C87A6FA11FFB}" dt="2026-02-25T20:18:42.173" v="172" actId="20577"/>
          <ac:spMkLst>
            <pc:docMk/>
            <pc:sldMk cId="2938569431" sldId="262"/>
            <ac:spMk id="8" creationId="{C8B367C6-8356-E880-FACF-D22E932C89E8}"/>
          </ac:spMkLst>
        </pc:spChg>
      </pc:sldChg>
      <pc:sldChg chg="del">
        <pc:chgData name="Giancarlos Hernandez Mendez" userId="S::gherna39@students.kennesaw.edu::6d1c9635-3454-48f9-b0f8-dbffbdbcbd51" providerId="AD" clId="Web-{CD161C91-64C2-7F02-93C8-C87A6FA11FFB}" dt="2026-02-25T19:41:13.917" v="4"/>
        <pc:sldMkLst>
          <pc:docMk/>
          <pc:sldMk cId="4149485863" sldId="272"/>
        </pc:sldMkLst>
      </pc:sldChg>
      <pc:sldChg chg="modSp">
        <pc:chgData name="Giancarlos Hernandez Mendez" userId="S::gherna39@students.kennesaw.edu::6d1c9635-3454-48f9-b0f8-dbffbdbcbd51" providerId="AD" clId="Web-{CD161C91-64C2-7F02-93C8-C87A6FA11FFB}" dt="2026-02-25T19:54:48.351" v="15" actId="20577"/>
        <pc:sldMkLst>
          <pc:docMk/>
          <pc:sldMk cId="3923099181" sldId="278"/>
        </pc:sldMkLst>
        <pc:spChg chg="mod">
          <ac:chgData name="Giancarlos Hernandez Mendez" userId="S::gherna39@students.kennesaw.edu::6d1c9635-3454-48f9-b0f8-dbffbdbcbd51" providerId="AD" clId="Web-{CD161C91-64C2-7F02-93C8-C87A6FA11FFB}" dt="2026-02-25T19:54:48.351" v="15" actId="20577"/>
          <ac:spMkLst>
            <pc:docMk/>
            <pc:sldMk cId="3923099181" sldId="278"/>
            <ac:spMk id="5" creationId="{D23CDF0E-BB41-A7F3-B572-8AF4C01D15AF}"/>
          </ac:spMkLst>
        </pc:spChg>
      </pc:sldChg>
      <pc:sldChg chg="modSp">
        <pc:chgData name="Giancarlos Hernandez Mendez" userId="S::gherna39@students.kennesaw.edu::6d1c9635-3454-48f9-b0f8-dbffbdbcbd51" providerId="AD" clId="Web-{CD161C91-64C2-7F02-93C8-C87A6FA11FFB}" dt="2026-02-25T19:58:15.932" v="35" actId="20577"/>
        <pc:sldMkLst>
          <pc:docMk/>
          <pc:sldMk cId="2233528969" sldId="279"/>
        </pc:sldMkLst>
        <pc:spChg chg="mod">
          <ac:chgData name="Giancarlos Hernandez Mendez" userId="S::gherna39@students.kennesaw.edu::6d1c9635-3454-48f9-b0f8-dbffbdbcbd51" providerId="AD" clId="Web-{CD161C91-64C2-7F02-93C8-C87A6FA11FFB}" dt="2026-02-25T19:58:15.932" v="35" actId="20577"/>
          <ac:spMkLst>
            <pc:docMk/>
            <pc:sldMk cId="2233528969" sldId="279"/>
            <ac:spMk id="3" creationId="{07C7CC66-F414-CAE6-5C06-A3DD930D4F25}"/>
          </ac:spMkLst>
        </pc:spChg>
      </pc:sldChg>
    </pc:docChg>
  </pc:docChgLst>
  <pc:docChgLst>
    <pc:chgData name="Julia Johnson" userId="S::jjoh1175@students.kennesaw.edu::bece193e-bc41-4e93-bd62-ef751322be5f" providerId="AD" clId="Web-{19879BCD-B5E3-4604-0A4E-868DCF872AD7}"/>
    <pc:docChg chg="addSld delSld modSld sldOrd">
      <pc:chgData name="Julia Johnson" userId="S::jjoh1175@students.kennesaw.edu::bece193e-bc41-4e93-bd62-ef751322be5f" providerId="AD" clId="Web-{19879BCD-B5E3-4604-0A4E-868DCF872AD7}" dt="2026-02-25T02:54:08.533" v="972"/>
      <pc:docMkLst>
        <pc:docMk/>
      </pc:docMkLst>
      <pc:sldChg chg="addSp delSp modSp del mod modClrScheme chgLayout">
        <pc:chgData name="Julia Johnson" userId="S::jjoh1175@students.kennesaw.edu::bece193e-bc41-4e93-bd62-ef751322be5f" providerId="AD" clId="Web-{19879BCD-B5E3-4604-0A4E-868DCF872AD7}" dt="2026-02-25T02:44:00.449" v="17"/>
        <pc:sldMkLst>
          <pc:docMk/>
          <pc:sldMk cId="2835267343" sldId="269"/>
        </pc:sldMkLst>
        <pc:spChg chg="mod ord">
          <ac:chgData name="Julia Johnson" userId="S::jjoh1175@students.kennesaw.edu::bece193e-bc41-4e93-bd62-ef751322be5f" providerId="AD" clId="Web-{19879BCD-B5E3-4604-0A4E-868DCF872AD7}" dt="2026-02-25T02:43:38.246" v="0"/>
          <ac:spMkLst>
            <pc:docMk/>
            <pc:sldMk cId="2835267343" sldId="269"/>
            <ac:spMk id="2" creationId="{60C42204-757C-9F08-4EE2-D9A0249DCDF4}"/>
          </ac:spMkLst>
        </pc:spChg>
        <pc:spChg chg="add mod ord">
          <ac:chgData name="Julia Johnson" userId="S::jjoh1175@students.kennesaw.edu::bece193e-bc41-4e93-bd62-ef751322be5f" providerId="AD" clId="Web-{19879BCD-B5E3-4604-0A4E-868DCF872AD7}" dt="2026-02-25T02:43:42.480" v="6" actId="20577"/>
          <ac:spMkLst>
            <pc:docMk/>
            <pc:sldMk cId="2835267343" sldId="269"/>
            <ac:spMk id="3" creationId="{42B93C02-D229-574A-3745-6646ABD187AC}"/>
          </ac:spMkLst>
        </pc:spChg>
        <pc:spChg chg="add del mod ord">
          <ac:chgData name="Julia Johnson" userId="S::jjoh1175@students.kennesaw.edu::bece193e-bc41-4e93-bd62-ef751322be5f" providerId="AD" clId="Web-{19879BCD-B5E3-4604-0A4E-868DCF872AD7}" dt="2026-02-25T02:43:52.059" v="16"/>
          <ac:spMkLst>
            <pc:docMk/>
            <pc:sldMk cId="2835267343" sldId="269"/>
            <ac:spMk id="4" creationId="{29E50047-2E77-3DED-AF80-C9786B264BAA}"/>
          </ac:spMkLst>
        </pc:spChg>
        <pc:spChg chg="add mod ord">
          <ac:chgData name="Julia Johnson" userId="S::jjoh1175@students.kennesaw.edu::bece193e-bc41-4e93-bd62-ef751322be5f" providerId="AD" clId="Web-{19879BCD-B5E3-4604-0A4E-868DCF872AD7}" dt="2026-02-25T02:43:51.871" v="15" actId="20577"/>
          <ac:spMkLst>
            <pc:docMk/>
            <pc:sldMk cId="2835267343" sldId="269"/>
            <ac:spMk id="5" creationId="{D80E4989-4576-0830-CF4D-BF1E702A44A2}"/>
          </ac:spMkLst>
        </pc:spChg>
        <pc:spChg chg="add mod ord">
          <ac:chgData name="Julia Johnson" userId="S::jjoh1175@students.kennesaw.edu::bece193e-bc41-4e93-bd62-ef751322be5f" providerId="AD" clId="Web-{19879BCD-B5E3-4604-0A4E-868DCF872AD7}" dt="2026-02-25T02:43:38.246" v="0"/>
          <ac:spMkLst>
            <pc:docMk/>
            <pc:sldMk cId="2835267343" sldId="269"/>
            <ac:spMk id="6" creationId="{7FE91975-DFE6-A7C8-4E53-750D50FBC80B}"/>
          </ac:spMkLst>
        </pc:spChg>
        <pc:graphicFrameChg chg="add mod ord modGraphic">
          <ac:chgData name="Julia Johnson" userId="S::jjoh1175@students.kennesaw.edu::bece193e-bc41-4e93-bd62-ef751322be5f" providerId="AD" clId="Web-{19879BCD-B5E3-4604-0A4E-868DCF872AD7}" dt="2026-02-25T02:43:52.059" v="16"/>
          <ac:graphicFrameMkLst>
            <pc:docMk/>
            <pc:sldMk cId="2835267343" sldId="269"/>
            <ac:graphicFrameMk id="7" creationId="{C9EEACFD-4DD5-BE86-04F3-D86D3FE78F26}"/>
          </ac:graphicFrameMkLst>
        </pc:graphicFrameChg>
      </pc:sldChg>
      <pc:sldChg chg="delSp modSp add del ord replId">
        <pc:chgData name="Julia Johnson" userId="S::jjoh1175@students.kennesaw.edu::bece193e-bc41-4e93-bd62-ef751322be5f" providerId="AD" clId="Web-{19879BCD-B5E3-4604-0A4E-868DCF872AD7}" dt="2026-02-25T02:54:08.533" v="972"/>
        <pc:sldMkLst>
          <pc:docMk/>
          <pc:sldMk cId="3234573381" sldId="274"/>
        </pc:sldMkLst>
        <pc:spChg chg="mod">
          <ac:chgData name="Julia Johnson" userId="S::jjoh1175@students.kennesaw.edu::bece193e-bc41-4e93-bd62-ef751322be5f" providerId="AD" clId="Web-{19879BCD-B5E3-4604-0A4E-868DCF872AD7}" dt="2026-02-25T02:44:10.340" v="31" actId="20577"/>
          <ac:spMkLst>
            <pc:docMk/>
            <pc:sldMk cId="3234573381" sldId="274"/>
            <ac:spMk id="2" creationId="{23BB11A3-5ABC-299D-4964-90BCCC71C724}"/>
          </ac:spMkLst>
        </pc:spChg>
        <pc:spChg chg="mod">
          <ac:chgData name="Julia Johnson" userId="S::jjoh1175@students.kennesaw.edu::bece193e-bc41-4e93-bd62-ef751322be5f" providerId="AD" clId="Web-{19879BCD-B5E3-4604-0A4E-868DCF872AD7}" dt="2026-02-25T02:50:42.306" v="726" actId="20577"/>
          <ac:spMkLst>
            <pc:docMk/>
            <pc:sldMk cId="3234573381" sldId="274"/>
            <ac:spMk id="4" creationId="{F5C2E38C-1196-6D6D-1462-4056DD8C7986}"/>
          </ac:spMkLst>
        </pc:spChg>
        <pc:spChg chg="mod">
          <ac:chgData name="Julia Johnson" userId="S::jjoh1175@students.kennesaw.edu::bece193e-bc41-4e93-bd62-ef751322be5f" providerId="AD" clId="Web-{19879BCD-B5E3-4604-0A4E-868DCF872AD7}" dt="2026-02-25T02:52:44.937" v="968" actId="20577"/>
          <ac:spMkLst>
            <pc:docMk/>
            <pc:sldMk cId="3234573381" sldId="274"/>
            <ac:spMk id="7" creationId="{7E463B04-31F7-6C79-270B-3905E2BA69E5}"/>
          </ac:spMkLst>
        </pc:spChg>
        <pc:picChg chg="del">
          <ac:chgData name="Julia Johnson" userId="S::jjoh1175@students.kennesaw.edu::bece193e-bc41-4e93-bd62-ef751322be5f" providerId="AD" clId="Web-{19879BCD-B5E3-4604-0A4E-868DCF872AD7}" dt="2026-02-25T02:53:21.454" v="969"/>
          <ac:picMkLst>
            <pc:docMk/>
            <pc:sldMk cId="3234573381" sldId="274"/>
            <ac:picMk id="10" creationId="{6EDC5EA0-2EF2-4A5F-DFDE-DB05EDB05C23}"/>
          </ac:picMkLst>
        </pc:picChg>
      </pc:sldChg>
      <pc:sldChg chg="add replId">
        <pc:chgData name="Julia Johnson" userId="S::jjoh1175@students.kennesaw.edu::bece193e-bc41-4e93-bd62-ef751322be5f" providerId="AD" clId="Web-{19879BCD-B5E3-4604-0A4E-868DCF872AD7}" dt="2026-02-25T02:53:22.595" v="970"/>
        <pc:sldMkLst>
          <pc:docMk/>
          <pc:sldMk cId="2369565988" sldId="275"/>
        </pc:sldMkLst>
      </pc:sldChg>
    </pc:docChg>
  </pc:docChgLst>
  <pc:docChgLst>
    <pc:chgData name="Julia Johnson" userId="S::jjoh1175@students.kennesaw.edu::bece193e-bc41-4e93-bd62-ef751322be5f" providerId="AD" clId="Web-{64887525-7DAD-7A0D-009D-4DC535625361}"/>
    <pc:docChg chg="addSld delSld modSld sldOrd">
      <pc:chgData name="Julia Johnson" userId="S::jjoh1175@students.kennesaw.edu::bece193e-bc41-4e93-bd62-ef751322be5f" providerId="AD" clId="Web-{64887525-7DAD-7A0D-009D-4DC535625361}" dt="2026-02-25T15:11:17.838" v="721"/>
      <pc:docMkLst>
        <pc:docMk/>
      </pc:docMkLst>
      <pc:sldChg chg="addSp delSp modSp mod modClrScheme chgLayout">
        <pc:chgData name="Julia Johnson" userId="S::jjoh1175@students.kennesaw.edu::bece193e-bc41-4e93-bd62-ef751322be5f" providerId="AD" clId="Web-{64887525-7DAD-7A0D-009D-4DC535625361}" dt="2026-02-25T14:58:20.904" v="651"/>
        <pc:sldMkLst>
          <pc:docMk/>
          <pc:sldMk cId="3763698797" sldId="259"/>
        </pc:sldMkLst>
        <pc:spChg chg="mod ord">
          <ac:chgData name="Julia Johnson" userId="S::jjoh1175@students.kennesaw.edu::bece193e-bc41-4e93-bd62-ef751322be5f" providerId="AD" clId="Web-{64887525-7DAD-7A0D-009D-4DC535625361}" dt="2026-02-25T14:28:57.421" v="17"/>
          <ac:spMkLst>
            <pc:docMk/>
            <pc:sldMk cId="3763698797" sldId="259"/>
            <ac:spMk id="2" creationId="{E9EB0461-80C3-0F0D-B197-2DBA4E360150}"/>
          </ac:spMkLst>
        </pc:spChg>
        <pc:spChg chg="add mod ord">
          <ac:chgData name="Julia Johnson" userId="S::jjoh1175@students.kennesaw.edu::bece193e-bc41-4e93-bd62-ef751322be5f" providerId="AD" clId="Web-{64887525-7DAD-7A0D-009D-4DC535625361}" dt="2026-02-25T14:29:00.968" v="23" actId="20577"/>
          <ac:spMkLst>
            <pc:docMk/>
            <pc:sldMk cId="3763698797" sldId="259"/>
            <ac:spMk id="3" creationId="{A7A2DE5D-3189-B71F-5285-43975828E81D}"/>
          </ac:spMkLst>
        </pc:spChg>
        <pc:spChg chg="mod ord">
          <ac:chgData name="Julia Johnson" userId="S::jjoh1175@students.kennesaw.edu::bece193e-bc41-4e93-bd62-ef751322be5f" providerId="AD" clId="Web-{64887525-7DAD-7A0D-009D-4DC535625361}" dt="2026-02-25T14:30:39.537" v="112" actId="20577"/>
          <ac:spMkLst>
            <pc:docMk/>
            <pc:sldMk cId="3763698797" sldId="259"/>
            <ac:spMk id="4" creationId="{3E8784E9-57B2-C157-2F3B-E91087209A60}"/>
          </ac:spMkLst>
        </pc:spChg>
        <pc:spChg chg="add mod ord">
          <ac:chgData name="Julia Johnson" userId="S::jjoh1175@students.kennesaw.edu::bece193e-bc41-4e93-bd62-ef751322be5f" providerId="AD" clId="Web-{64887525-7DAD-7A0D-009D-4DC535625361}" dt="2026-02-25T14:30:44.819" v="113" actId="20577"/>
          <ac:spMkLst>
            <pc:docMk/>
            <pc:sldMk cId="3763698797" sldId="259"/>
            <ac:spMk id="5" creationId="{DB7F06D1-202B-40C3-0059-6E0933CA8384}"/>
          </ac:spMkLst>
        </pc:spChg>
        <pc:spChg chg="add mod ord">
          <ac:chgData name="Julia Johnson" userId="S::jjoh1175@students.kennesaw.edu::bece193e-bc41-4e93-bd62-ef751322be5f" providerId="AD" clId="Web-{64887525-7DAD-7A0D-009D-4DC535625361}" dt="2026-02-25T14:33:01.969" v="230" actId="20577"/>
          <ac:spMkLst>
            <pc:docMk/>
            <pc:sldMk cId="3763698797" sldId="259"/>
            <ac:spMk id="6" creationId="{A701AFF5-1311-06BA-342F-1E4277A26355}"/>
          </ac:spMkLst>
        </pc:spChg>
        <pc:picChg chg="add del">
          <ac:chgData name="Julia Johnson" userId="S::jjoh1175@students.kennesaw.edu::bece193e-bc41-4e93-bd62-ef751322be5f" providerId="AD" clId="Web-{64887525-7DAD-7A0D-009D-4DC535625361}" dt="2026-02-25T14:33:33.408" v="232"/>
          <ac:picMkLst>
            <pc:docMk/>
            <pc:sldMk cId="3763698797" sldId="259"/>
            <ac:picMk id="8" creationId="{F0E14640-FD0A-3475-CEDE-9213A5A3BB05}"/>
          </ac:picMkLst>
        </pc:picChg>
        <pc:picChg chg="add mod ord">
          <ac:chgData name="Julia Johnson" userId="S::jjoh1175@students.kennesaw.edu::bece193e-bc41-4e93-bd62-ef751322be5f" providerId="AD" clId="Web-{64887525-7DAD-7A0D-009D-4DC535625361}" dt="2026-02-25T14:58:20.904" v="651"/>
          <ac:picMkLst>
            <pc:docMk/>
            <pc:sldMk cId="3763698797" sldId="259"/>
            <ac:picMk id="9" creationId="{C4B0AF98-48BD-5F18-7334-CF4C3354930B}"/>
          </ac:picMkLst>
        </pc:picChg>
      </pc:sldChg>
      <pc:sldChg chg="modSp">
        <pc:chgData name="Julia Johnson" userId="S::jjoh1175@students.kennesaw.edu::bece193e-bc41-4e93-bd62-ef751322be5f" providerId="AD" clId="Web-{64887525-7DAD-7A0D-009D-4DC535625361}" dt="2026-02-25T14:28:40.546" v="15" actId="20577"/>
        <pc:sldMkLst>
          <pc:docMk/>
          <pc:sldMk cId="1625219078" sldId="260"/>
        </pc:sldMkLst>
        <pc:spChg chg="mod">
          <ac:chgData name="Julia Johnson" userId="S::jjoh1175@students.kennesaw.edu::bece193e-bc41-4e93-bd62-ef751322be5f" providerId="AD" clId="Web-{64887525-7DAD-7A0D-009D-4DC535625361}" dt="2026-02-25T14:28:40.546" v="15" actId="20577"/>
          <ac:spMkLst>
            <pc:docMk/>
            <pc:sldMk cId="1625219078" sldId="260"/>
            <ac:spMk id="2" creationId="{033BA32C-5DE8-3A12-E667-1A897E44180D}"/>
          </ac:spMkLst>
        </pc:spChg>
      </pc:sldChg>
      <pc:sldChg chg="addSp delSp modSp mod setBg">
        <pc:chgData name="Julia Johnson" userId="S::jjoh1175@students.kennesaw.edu::bece193e-bc41-4e93-bd62-ef751322be5f" providerId="AD" clId="Web-{64887525-7DAD-7A0D-009D-4DC535625361}" dt="2026-02-25T14:59:38.672" v="668" actId="20577"/>
        <pc:sldMkLst>
          <pc:docMk/>
          <pc:sldMk cId="2938569431" sldId="262"/>
        </pc:sldMkLst>
        <pc:spChg chg="mod">
          <ac:chgData name="Julia Johnson" userId="S::jjoh1175@students.kennesaw.edu::bece193e-bc41-4e93-bd62-ef751322be5f" providerId="AD" clId="Web-{64887525-7DAD-7A0D-009D-4DC535625361}" dt="2026-02-25T14:37:43.058" v="283"/>
          <ac:spMkLst>
            <pc:docMk/>
            <pc:sldMk cId="2938569431" sldId="262"/>
            <ac:spMk id="2" creationId="{D4273201-1219-10A2-7A36-AB5A6563C238}"/>
          </ac:spMkLst>
        </pc:spChg>
        <pc:spChg chg="del">
          <ac:chgData name="Julia Johnson" userId="S::jjoh1175@students.kennesaw.edu::bece193e-bc41-4e93-bd62-ef751322be5f" providerId="AD" clId="Web-{64887525-7DAD-7A0D-009D-4DC535625361}" dt="2026-02-25T14:36:31.540" v="271"/>
          <ac:spMkLst>
            <pc:docMk/>
            <pc:sldMk cId="2938569431" sldId="262"/>
            <ac:spMk id="5" creationId="{A8616923-2986-F0C1-3854-FBFF0635E5E2}"/>
          </ac:spMkLst>
        </pc:spChg>
        <pc:spChg chg="mod ord">
          <ac:chgData name="Julia Johnson" userId="S::jjoh1175@students.kennesaw.edu::bece193e-bc41-4e93-bd62-ef751322be5f" providerId="AD" clId="Web-{64887525-7DAD-7A0D-009D-4DC535625361}" dt="2026-02-25T14:59:38.672" v="668" actId="20577"/>
          <ac:spMkLst>
            <pc:docMk/>
            <pc:sldMk cId="2938569431" sldId="262"/>
            <ac:spMk id="8" creationId="{C8B367C6-8356-E880-FACF-D22E932C89E8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4:37:01.401" v="274"/>
          <ac:spMkLst>
            <pc:docMk/>
            <pc:sldMk cId="2938569431" sldId="262"/>
            <ac:spMk id="15" creationId="{063F27BC-7079-4FF7-8F7C-ABC82FA3C247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4:37:14.120" v="275"/>
          <ac:spMkLst>
            <pc:docMk/>
            <pc:sldMk cId="2938569431" sldId="262"/>
            <ac:spMk id="24" creationId="{744CAA32-F237-419C-A2DD-43C28D920D3C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4:37:43.058" v="283"/>
          <ac:spMkLst>
            <pc:docMk/>
            <pc:sldMk cId="2938569431" sldId="262"/>
            <ac:spMk id="33" creationId="{744CAA32-F237-419C-A2DD-43C28D920D3C}"/>
          </ac:spMkLst>
        </pc:spChg>
        <pc:spChg chg="add ord">
          <ac:chgData name="Julia Johnson" userId="S::jjoh1175@students.kennesaw.edu::bece193e-bc41-4e93-bd62-ef751322be5f" providerId="AD" clId="Web-{64887525-7DAD-7A0D-009D-4DC535625361}" dt="2026-02-25T14:38:37.671" v="300"/>
          <ac:spMkLst>
            <pc:docMk/>
            <pc:sldMk cId="2938569431" sldId="262"/>
            <ac:spMk id="42" creationId="{744CAA32-F237-419C-A2DD-43C28D920D3C}"/>
          </ac:spMkLst>
        </pc:spChg>
        <pc:picChg chg="mod ord">
          <ac:chgData name="Julia Johnson" userId="S::jjoh1175@students.kennesaw.edu::bece193e-bc41-4e93-bd62-ef751322be5f" providerId="AD" clId="Web-{64887525-7DAD-7A0D-009D-4DC535625361}" dt="2026-02-25T14:39:17.722" v="311" actId="1076"/>
          <ac:picMkLst>
            <pc:docMk/>
            <pc:sldMk cId="2938569431" sldId="262"/>
            <ac:picMk id="3" creationId="{B0F6BF14-24CC-367E-9D81-13CA65941A98}"/>
          </ac:picMkLst>
        </pc:picChg>
        <pc:picChg chg="add del mod">
          <ac:chgData name="Julia Johnson" userId="S::jjoh1175@students.kennesaw.edu::bece193e-bc41-4e93-bd62-ef751322be5f" providerId="AD" clId="Web-{64887525-7DAD-7A0D-009D-4DC535625361}" dt="2026-02-25T14:36:47.744" v="273"/>
          <ac:picMkLst>
            <pc:docMk/>
            <pc:sldMk cId="2938569431" sldId="262"/>
            <ac:picMk id="4" creationId="{0CF2AE62-E360-DE51-DDA3-5516AABB805D}"/>
          </ac:picMkLst>
        </pc:picChg>
        <pc:picChg chg="mod ord modVis">
          <ac:chgData name="Julia Johnson" userId="S::jjoh1175@students.kennesaw.edu::bece193e-bc41-4e93-bd62-ef751322be5f" providerId="AD" clId="Web-{64887525-7DAD-7A0D-009D-4DC535625361}" dt="2026-02-25T14:39:15.394" v="310" actId="1076"/>
          <ac:picMkLst>
            <pc:docMk/>
            <pc:sldMk cId="2938569431" sldId="262"/>
            <ac:picMk id="6" creationId="{D9BE3A62-4EFE-2F56-EDD8-F2FDC39CE67B}"/>
          </ac:picMkLst>
        </pc:picChg>
        <pc:picChg chg="del">
          <ac:chgData name="Julia Johnson" userId="S::jjoh1175@students.kennesaw.edu::bece193e-bc41-4e93-bd62-ef751322be5f" providerId="AD" clId="Web-{64887525-7DAD-7A0D-009D-4DC535625361}" dt="2026-02-25T14:36:31.540" v="270"/>
          <ac:picMkLst>
            <pc:docMk/>
            <pc:sldMk cId="2938569431" sldId="262"/>
            <ac:picMk id="7" creationId="{AFD65C90-D747-C715-19C3-1EB7741018AE}"/>
          </ac:picMkLst>
        </pc:picChg>
        <pc:picChg chg="del">
          <ac:chgData name="Julia Johnson" userId="S::jjoh1175@students.kennesaw.edu::bece193e-bc41-4e93-bd62-ef751322be5f" providerId="AD" clId="Web-{64887525-7DAD-7A0D-009D-4DC535625361}" dt="2026-02-25T14:36:31.540" v="269"/>
          <ac:picMkLst>
            <pc:docMk/>
            <pc:sldMk cId="2938569431" sldId="262"/>
            <ac:picMk id="9" creationId="{EF7E2D08-811C-6B26-66C6-E70CC6F25572}"/>
          </ac:picMkLst>
        </pc:picChg>
        <pc:cxnChg chg="add del">
          <ac:chgData name="Julia Johnson" userId="S::jjoh1175@students.kennesaw.edu::bece193e-bc41-4e93-bd62-ef751322be5f" providerId="AD" clId="Web-{64887525-7DAD-7A0D-009D-4DC535625361}" dt="2026-02-25T14:37:01.401" v="274"/>
          <ac:cxnSpMkLst>
            <pc:docMk/>
            <pc:sldMk cId="2938569431" sldId="262"/>
            <ac:cxnSpMk id="13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4:37:01.401" v="274"/>
          <ac:cxnSpMkLst>
            <pc:docMk/>
            <pc:sldMk cId="2938569431" sldId="262"/>
            <ac:cxnSpMk id="17" creationId="{40BBF191-9CC8-4313-B1CA-8DF1A53AE4F9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4:37:14.120" v="275"/>
          <ac:cxnSpMkLst>
            <pc:docMk/>
            <pc:sldMk cId="2938569431" sldId="262"/>
            <ac:cxnSpMk id="22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4:37:14.120" v="275"/>
          <ac:cxnSpMkLst>
            <pc:docMk/>
            <pc:sldMk cId="2938569431" sldId="262"/>
            <ac:cxnSpMk id="26" creationId="{C27954F0-D631-DEC5-9F93-EF2A782E0230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4:37:43.058" v="283"/>
          <ac:cxnSpMkLst>
            <pc:docMk/>
            <pc:sldMk cId="2938569431" sldId="262"/>
            <ac:cxnSpMk id="31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4:37:43.058" v="283"/>
          <ac:cxnSpMkLst>
            <pc:docMk/>
            <pc:sldMk cId="2938569431" sldId="262"/>
            <ac:cxnSpMk id="35" creationId="{88D00D77-D299-4699-8F8E-BD436FF71518}"/>
          </ac:cxnSpMkLst>
        </pc:cxnChg>
        <pc:cxnChg chg="add mod ord modVis">
          <ac:chgData name="Julia Johnson" userId="S::jjoh1175@students.kennesaw.edu::bece193e-bc41-4e93-bd62-ef751322be5f" providerId="AD" clId="Web-{64887525-7DAD-7A0D-009D-4DC535625361}" dt="2026-02-25T14:38:33.562" v="299"/>
          <ac:cxnSpMkLst>
            <pc:docMk/>
            <pc:sldMk cId="2938569431" sldId="262"/>
            <ac:cxnSpMk id="40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4:37:43.058" v="283"/>
          <ac:cxnSpMkLst>
            <pc:docMk/>
            <pc:sldMk cId="2938569431" sldId="262"/>
            <ac:cxnSpMk id="44" creationId="{0D7F0166-5104-70BA-EFEB-5271B630FDE0}"/>
          </ac:cxnSpMkLst>
        </pc:cxnChg>
      </pc:sldChg>
      <pc:sldChg chg="addSp delSp modSp mod setBg">
        <pc:chgData name="Julia Johnson" userId="S::jjoh1175@students.kennesaw.edu::bece193e-bc41-4e93-bd62-ef751322be5f" providerId="AD" clId="Web-{64887525-7DAD-7A0D-009D-4DC535625361}" dt="2026-02-25T15:03:38.488" v="676" actId="14100"/>
        <pc:sldMkLst>
          <pc:docMk/>
          <pc:sldMk cId="441985128" sldId="263"/>
        </pc:sldMkLst>
        <pc:spChg chg="mod">
          <ac:chgData name="Julia Johnson" userId="S::jjoh1175@students.kennesaw.edu::bece193e-bc41-4e93-bd62-ef751322be5f" providerId="AD" clId="Web-{64887525-7DAD-7A0D-009D-4DC535625361}" dt="2026-02-25T15:03:17.144" v="672"/>
          <ac:spMkLst>
            <pc:docMk/>
            <pc:sldMk cId="441985128" sldId="263"/>
            <ac:spMk id="2" creationId="{EE904E5D-3453-E93E-5271-48B2DA1FB8CC}"/>
          </ac:spMkLst>
        </pc:spChg>
        <pc:spChg chg="mod ord">
          <ac:chgData name="Julia Johnson" userId="S::jjoh1175@students.kennesaw.edu::bece193e-bc41-4e93-bd62-ef751322be5f" providerId="AD" clId="Web-{64887525-7DAD-7A0D-009D-4DC535625361}" dt="2026-02-25T15:03:38.488" v="676" actId="14100"/>
          <ac:spMkLst>
            <pc:docMk/>
            <pc:sldMk cId="441985128" sldId="263"/>
            <ac:spMk id="3" creationId="{425D44B3-B1AB-7C70-A178-192843B15C46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5:03:17.144" v="672"/>
          <ac:spMkLst>
            <pc:docMk/>
            <pc:sldMk cId="441985128" sldId="263"/>
            <ac:spMk id="11" creationId="{744CAA32-F237-419C-A2DD-43C28D920D3C}"/>
          </ac:spMkLst>
        </pc:spChg>
        <pc:spChg chg="add">
          <ac:chgData name="Julia Johnson" userId="S::jjoh1175@students.kennesaw.edu::bece193e-bc41-4e93-bd62-ef751322be5f" providerId="AD" clId="Web-{64887525-7DAD-7A0D-009D-4DC535625361}" dt="2026-02-25T15:03:17.144" v="672"/>
          <ac:spMkLst>
            <pc:docMk/>
            <pc:sldMk cId="441985128" sldId="263"/>
            <ac:spMk id="20" creationId="{744CAA32-F237-419C-A2DD-43C28D920D3C}"/>
          </ac:spMkLst>
        </pc:spChg>
        <pc:picChg chg="add mod">
          <ac:chgData name="Julia Johnson" userId="S::jjoh1175@students.kennesaw.edu::bece193e-bc41-4e93-bd62-ef751322be5f" providerId="AD" clId="Web-{64887525-7DAD-7A0D-009D-4DC535625361}" dt="2026-02-25T15:03:17.144" v="672"/>
          <ac:picMkLst>
            <pc:docMk/>
            <pc:sldMk cId="441985128" sldId="263"/>
            <ac:picMk id="5" creationId="{98DFAB6B-CFB8-D40A-1463-1F03190D5205}"/>
          </ac:picMkLst>
        </pc:picChg>
        <pc:cxnChg chg="add del">
          <ac:chgData name="Julia Johnson" userId="S::jjoh1175@students.kennesaw.edu::bece193e-bc41-4e93-bd62-ef751322be5f" providerId="AD" clId="Web-{64887525-7DAD-7A0D-009D-4DC535625361}" dt="2026-02-25T15:03:17.144" v="672"/>
          <ac:cxnSpMkLst>
            <pc:docMk/>
            <pc:sldMk cId="441985128" sldId="263"/>
            <ac:cxnSpMk id="9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5:03:17.144" v="672"/>
          <ac:cxnSpMkLst>
            <pc:docMk/>
            <pc:sldMk cId="441985128" sldId="263"/>
            <ac:cxnSpMk id="13" creationId="{753FE100-D0AB-4AE2-824B-60CFA31EC6A2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3:17.144" v="672"/>
          <ac:cxnSpMkLst>
            <pc:docMk/>
            <pc:sldMk cId="441985128" sldId="263"/>
            <ac:cxnSpMk id="18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3:17.144" v="672"/>
          <ac:cxnSpMkLst>
            <pc:docMk/>
            <pc:sldMk cId="441985128" sldId="263"/>
            <ac:cxnSpMk id="22" creationId="{691422F5-4221-4812-AFD9-5479C6D60AD9}"/>
          </ac:cxnSpMkLst>
        </pc:cxnChg>
      </pc:sldChg>
      <pc:sldChg chg="addSp delSp modSp mod setBg">
        <pc:chgData name="Julia Johnson" userId="S::jjoh1175@students.kennesaw.edu::bece193e-bc41-4e93-bd62-ef751322be5f" providerId="AD" clId="Web-{64887525-7DAD-7A0D-009D-4DC535625361}" dt="2026-02-25T15:09:05.986" v="710"/>
        <pc:sldMkLst>
          <pc:docMk/>
          <pc:sldMk cId="2427897646" sldId="265"/>
        </pc:sldMkLst>
        <pc:spChg chg="mod">
          <ac:chgData name="Julia Johnson" userId="S::jjoh1175@students.kennesaw.edu::bece193e-bc41-4e93-bd62-ef751322be5f" providerId="AD" clId="Web-{64887525-7DAD-7A0D-009D-4DC535625361}" dt="2026-02-25T15:07:28.305" v="694"/>
          <ac:spMkLst>
            <pc:docMk/>
            <pc:sldMk cId="2427897646" sldId="265"/>
            <ac:spMk id="2" creationId="{1505987D-C4DD-DE2F-18C3-F6993C9993DC}"/>
          </ac:spMkLst>
        </pc:spChg>
        <pc:spChg chg="del mod">
          <ac:chgData name="Julia Johnson" userId="S::jjoh1175@students.kennesaw.edu::bece193e-bc41-4e93-bd62-ef751322be5f" providerId="AD" clId="Web-{64887525-7DAD-7A0D-009D-4DC535625361}" dt="2026-02-25T15:05:50.026" v="691"/>
          <ac:spMkLst>
            <pc:docMk/>
            <pc:sldMk cId="2427897646" sldId="265"/>
            <ac:spMk id="3" creationId="{0C052E0F-613F-3316-7DB8-C1514CE0A18B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5:07:28.305" v="694"/>
          <ac:spMkLst>
            <pc:docMk/>
            <pc:sldMk cId="2427897646" sldId="265"/>
            <ac:spMk id="11" creationId="{DBDA151C-5770-45E4-AAFF-59E7F403866D}"/>
          </ac:spMkLst>
        </pc:spChg>
        <pc:spChg chg="add">
          <ac:chgData name="Julia Johnson" userId="S::jjoh1175@students.kennesaw.edu::bece193e-bc41-4e93-bd62-ef751322be5f" providerId="AD" clId="Web-{64887525-7DAD-7A0D-009D-4DC535625361}" dt="2026-02-25T15:07:28.305" v="694"/>
          <ac:spMkLst>
            <pc:docMk/>
            <pc:sldMk cId="2427897646" sldId="265"/>
            <ac:spMk id="20" creationId="{A637580D-1176-4083-A9A1-BD8ED08996EC}"/>
          </ac:spMkLst>
        </pc:spChg>
        <pc:graphicFrameChg chg="add mod modGraphic">
          <ac:chgData name="Julia Johnson" userId="S::jjoh1175@students.kennesaw.edu::bece193e-bc41-4e93-bd62-ef751322be5f" providerId="AD" clId="Web-{64887525-7DAD-7A0D-009D-4DC535625361}" dt="2026-02-25T15:09:05.986" v="710"/>
          <ac:graphicFrameMkLst>
            <pc:docMk/>
            <pc:sldMk cId="2427897646" sldId="265"/>
            <ac:graphicFrameMk id="5" creationId="{5F1224DD-55AB-9504-6DB4-97C1378D4803}"/>
          </ac:graphicFrameMkLst>
        </pc:graphicFrameChg>
        <pc:cxnChg chg="add del">
          <ac:chgData name="Julia Johnson" userId="S::jjoh1175@students.kennesaw.edu::bece193e-bc41-4e93-bd62-ef751322be5f" providerId="AD" clId="Web-{64887525-7DAD-7A0D-009D-4DC535625361}" dt="2026-02-25T15:07:28.305" v="694"/>
          <ac:cxnSpMkLst>
            <pc:docMk/>
            <pc:sldMk cId="2427897646" sldId="265"/>
            <ac:cxnSpMk id="9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5:07:28.305" v="694"/>
          <ac:cxnSpMkLst>
            <pc:docMk/>
            <pc:sldMk cId="2427897646" sldId="265"/>
            <ac:cxnSpMk id="13" creationId="{E62D3963-2153-4637-96E6-E31BD2CE5D0D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7:28.305" v="694"/>
          <ac:cxnSpMkLst>
            <pc:docMk/>
            <pc:sldMk cId="2427897646" sldId="265"/>
            <ac:cxnSpMk id="18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7:28.305" v="694"/>
          <ac:cxnSpMkLst>
            <pc:docMk/>
            <pc:sldMk cId="2427897646" sldId="265"/>
            <ac:cxnSpMk id="22" creationId="{B9C96FDC-E4C2-7D8A-44BA-572E7CD9E899}"/>
          </ac:cxnSpMkLst>
        </pc:cxnChg>
      </pc:sldChg>
      <pc:sldChg chg="addSp delSp modSp mod setBg">
        <pc:chgData name="Julia Johnson" userId="S::jjoh1175@students.kennesaw.edu::bece193e-bc41-4e93-bd62-ef751322be5f" providerId="AD" clId="Web-{64887525-7DAD-7A0D-009D-4DC535625361}" dt="2026-02-25T15:05:13.630" v="690" actId="20577"/>
        <pc:sldMkLst>
          <pc:docMk/>
          <pc:sldMk cId="1457925000" sldId="266"/>
        </pc:sldMkLst>
        <pc:spChg chg="mod">
          <ac:chgData name="Julia Johnson" userId="S::jjoh1175@students.kennesaw.edu::bece193e-bc41-4e93-bd62-ef751322be5f" providerId="AD" clId="Web-{64887525-7DAD-7A0D-009D-4DC535625361}" dt="2026-02-25T15:04:45.640" v="679"/>
          <ac:spMkLst>
            <pc:docMk/>
            <pc:sldMk cId="1457925000" sldId="266"/>
            <ac:spMk id="2" creationId="{870A41C1-84EB-50CD-4B27-2418F80B090E}"/>
          </ac:spMkLst>
        </pc:spChg>
        <pc:spChg chg="mod">
          <ac:chgData name="Julia Johnson" userId="S::jjoh1175@students.kennesaw.edu::bece193e-bc41-4e93-bd62-ef751322be5f" providerId="AD" clId="Web-{64887525-7DAD-7A0D-009D-4DC535625361}" dt="2026-02-25T15:05:13.630" v="690" actId="20577"/>
          <ac:spMkLst>
            <pc:docMk/>
            <pc:sldMk cId="1457925000" sldId="266"/>
            <ac:spMk id="5" creationId="{14223CE6-D084-934A-FF07-DAD86A03F1EF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5:04:45.593" v="678"/>
          <ac:spMkLst>
            <pc:docMk/>
            <pc:sldMk cId="1457925000" sldId="266"/>
            <ac:spMk id="13" creationId="{744CAA32-F237-419C-A2DD-43C28D920D3C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5:05:04.128" v="683"/>
          <ac:spMkLst>
            <pc:docMk/>
            <pc:sldMk cId="1457925000" sldId="266"/>
            <ac:spMk id="18" creationId="{744CAA32-F237-419C-A2DD-43C28D920D3C}"/>
          </ac:spMkLst>
        </pc:spChg>
        <pc:spChg chg="add">
          <ac:chgData name="Julia Johnson" userId="S::jjoh1175@students.kennesaw.edu::bece193e-bc41-4e93-bd62-ef751322be5f" providerId="AD" clId="Web-{64887525-7DAD-7A0D-009D-4DC535625361}" dt="2026-02-25T15:05:04.128" v="683"/>
          <ac:spMkLst>
            <pc:docMk/>
            <pc:sldMk cId="1457925000" sldId="266"/>
            <ac:spMk id="26" creationId="{744CAA32-F237-419C-A2DD-43C28D920D3C}"/>
          </ac:spMkLst>
        </pc:spChg>
        <pc:picChg chg="add mod">
          <ac:chgData name="Julia Johnson" userId="S::jjoh1175@students.kennesaw.edu::bece193e-bc41-4e93-bd62-ef751322be5f" providerId="AD" clId="Web-{64887525-7DAD-7A0D-009D-4DC535625361}" dt="2026-02-25T15:05:04.128" v="683"/>
          <ac:picMkLst>
            <pc:docMk/>
            <pc:sldMk cId="1457925000" sldId="266"/>
            <ac:picMk id="3" creationId="{E86CAE5E-B864-9EBE-4ADE-051C5AC13027}"/>
          </ac:picMkLst>
        </pc:picChg>
        <pc:picChg chg="add del">
          <ac:chgData name="Julia Johnson" userId="S::jjoh1175@students.kennesaw.edu::bece193e-bc41-4e93-bd62-ef751322be5f" providerId="AD" clId="Web-{64887525-7DAD-7A0D-009D-4DC535625361}" dt="2026-02-25T15:04:45.593" v="678"/>
          <ac:picMkLst>
            <pc:docMk/>
            <pc:sldMk cId="1457925000" sldId="266"/>
            <ac:picMk id="7" creationId="{26CEF9D7-6D8B-EEB2-4154-777654B71914}"/>
          </ac:picMkLst>
        </pc:picChg>
        <pc:picChg chg="add del">
          <ac:chgData name="Julia Johnson" userId="S::jjoh1175@students.kennesaw.edu::bece193e-bc41-4e93-bd62-ef751322be5f" providerId="AD" clId="Web-{64887525-7DAD-7A0D-009D-4DC535625361}" dt="2026-02-25T15:04:50.282" v="680"/>
          <ac:picMkLst>
            <pc:docMk/>
            <pc:sldMk cId="1457925000" sldId="266"/>
            <ac:picMk id="20" creationId="{E398FF66-C2F5-B040-6D05-7DC3E23C3B03}"/>
          </ac:picMkLst>
        </pc:picChg>
        <pc:cxnChg chg="add del">
          <ac:chgData name="Julia Johnson" userId="S::jjoh1175@students.kennesaw.edu::bece193e-bc41-4e93-bd62-ef751322be5f" providerId="AD" clId="Web-{64887525-7DAD-7A0D-009D-4DC535625361}" dt="2026-02-25T15:04:45.593" v="678"/>
          <ac:cxnSpMkLst>
            <pc:docMk/>
            <pc:sldMk cId="1457925000" sldId="266"/>
            <ac:cxnSpMk id="11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5:04:45.593" v="678"/>
          <ac:cxnSpMkLst>
            <pc:docMk/>
            <pc:sldMk cId="1457925000" sldId="266"/>
            <ac:cxnSpMk id="15" creationId="{691422F5-4221-4812-AFD9-5479C6D60AD9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5:05:04.128" v="683"/>
          <ac:cxnSpMkLst>
            <pc:docMk/>
            <pc:sldMk cId="1457925000" sldId="266"/>
            <ac:cxnSpMk id="17" creationId="{118E06E4-607B-144B-382B-AD3D06B1EE8C}"/>
          </ac:cxnSpMkLst>
        </pc:cxnChg>
        <pc:cxnChg chg="add del">
          <ac:chgData name="Julia Johnson" userId="S::jjoh1175@students.kennesaw.edu::bece193e-bc41-4e93-bd62-ef751322be5f" providerId="AD" clId="Web-{64887525-7DAD-7A0D-009D-4DC535625361}" dt="2026-02-25T15:05:04.128" v="683"/>
          <ac:cxnSpMkLst>
            <pc:docMk/>
            <pc:sldMk cId="1457925000" sldId="266"/>
            <ac:cxnSpMk id="19" creationId="{753FE100-D0AB-4AE2-824B-60CFA31EC6A2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5:04.128" v="683"/>
          <ac:cxnSpMkLst>
            <pc:docMk/>
            <pc:sldMk cId="1457925000" sldId="266"/>
            <ac:cxnSpMk id="24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5:05:04.128" v="683"/>
          <ac:cxnSpMkLst>
            <pc:docMk/>
            <pc:sldMk cId="1457925000" sldId="266"/>
            <ac:cxnSpMk id="28" creationId="{753FE100-D0AB-4AE2-824B-60CFA31EC6A2}"/>
          </ac:cxnSpMkLst>
        </pc:cxnChg>
      </pc:sldChg>
      <pc:sldChg chg="addSp delSp modSp">
        <pc:chgData name="Julia Johnson" userId="S::jjoh1175@students.kennesaw.edu::bece193e-bc41-4e93-bd62-ef751322be5f" providerId="AD" clId="Web-{64887525-7DAD-7A0D-009D-4DC535625361}" dt="2026-02-25T15:11:17.838" v="721"/>
        <pc:sldMkLst>
          <pc:docMk/>
          <pc:sldMk cId="2231840426" sldId="267"/>
        </pc:sldMkLst>
        <pc:picChg chg="add del mod">
          <ac:chgData name="Julia Johnson" userId="S::jjoh1175@students.kennesaw.edu::bece193e-bc41-4e93-bd62-ef751322be5f" providerId="AD" clId="Web-{64887525-7DAD-7A0D-009D-4DC535625361}" dt="2026-02-25T15:10:37.414" v="716"/>
          <ac:picMkLst>
            <pc:docMk/>
            <pc:sldMk cId="2231840426" sldId="267"/>
            <ac:picMk id="7" creationId="{CA071C0B-07F4-124A-5F1B-41AD980F527B}"/>
          </ac:picMkLst>
        </pc:picChg>
        <pc:picChg chg="add mod ord">
          <ac:chgData name="Julia Johnson" userId="S::jjoh1175@students.kennesaw.edu::bece193e-bc41-4e93-bd62-ef751322be5f" providerId="AD" clId="Web-{64887525-7DAD-7A0D-009D-4DC535625361}" dt="2026-02-25T15:11:17.838" v="721"/>
          <ac:picMkLst>
            <pc:docMk/>
            <pc:sldMk cId="2231840426" sldId="267"/>
            <ac:picMk id="8" creationId="{1BE8EF6F-D895-C02E-5B5D-4E7DFEE1AF63}"/>
          </ac:picMkLst>
        </pc:picChg>
      </pc:sldChg>
      <pc:sldChg chg="del">
        <pc:chgData name="Julia Johnson" userId="S::jjoh1175@students.kennesaw.edu::bece193e-bc41-4e93-bd62-ef751322be5f" providerId="AD" clId="Web-{64887525-7DAD-7A0D-009D-4DC535625361}" dt="2026-02-25T14:28:42.140" v="16"/>
        <pc:sldMkLst>
          <pc:docMk/>
          <pc:sldMk cId="248792580" sldId="268"/>
        </pc:sldMkLst>
      </pc:sldChg>
      <pc:sldChg chg="addSp modSp ord">
        <pc:chgData name="Julia Johnson" userId="S::jjoh1175@students.kennesaw.edu::bece193e-bc41-4e93-bd62-ef751322be5f" providerId="AD" clId="Web-{64887525-7DAD-7A0D-009D-4DC535625361}" dt="2026-02-25T14:50:18.929" v="635" actId="1076"/>
        <pc:sldMkLst>
          <pc:docMk/>
          <pc:sldMk cId="4149485863" sldId="272"/>
        </pc:sldMkLst>
        <pc:spChg chg="mod">
          <ac:chgData name="Julia Johnson" userId="S::jjoh1175@students.kennesaw.edu::bece193e-bc41-4e93-bd62-ef751322be5f" providerId="AD" clId="Web-{64887525-7DAD-7A0D-009D-4DC535625361}" dt="2026-02-25T14:49:26.127" v="627" actId="1076"/>
          <ac:spMkLst>
            <pc:docMk/>
            <pc:sldMk cId="4149485863" sldId="272"/>
            <ac:spMk id="2" creationId="{0BE2A3D0-B567-5325-F05A-06F7FFEAA240}"/>
          </ac:spMkLst>
        </pc:spChg>
        <pc:spChg chg="mod">
          <ac:chgData name="Julia Johnson" userId="S::jjoh1175@students.kennesaw.edu::bece193e-bc41-4e93-bd62-ef751322be5f" providerId="AD" clId="Web-{64887525-7DAD-7A0D-009D-4DC535625361}" dt="2026-02-25T14:48:59.359" v="624" actId="20577"/>
          <ac:spMkLst>
            <pc:docMk/>
            <pc:sldMk cId="4149485863" sldId="272"/>
            <ac:spMk id="3" creationId="{F462DE24-85B4-B640-F5E0-20E0C8E74A96}"/>
          </ac:spMkLst>
        </pc:spChg>
        <pc:spChg chg="mod">
          <ac:chgData name="Julia Johnson" userId="S::jjoh1175@students.kennesaw.edu::bece193e-bc41-4e93-bd62-ef751322be5f" providerId="AD" clId="Web-{64887525-7DAD-7A0D-009D-4DC535625361}" dt="2026-02-25T14:39:29.254" v="313" actId="20577"/>
          <ac:spMkLst>
            <pc:docMk/>
            <pc:sldMk cId="4149485863" sldId="272"/>
            <ac:spMk id="5" creationId="{F90CA9D9-6239-0F6F-FD88-6A7B765E4763}"/>
          </ac:spMkLst>
        </pc:spChg>
        <pc:picChg chg="add mod ord">
          <ac:chgData name="Julia Johnson" userId="S::jjoh1175@students.kennesaw.edu::bece193e-bc41-4e93-bd62-ef751322be5f" providerId="AD" clId="Web-{64887525-7DAD-7A0D-009D-4DC535625361}" dt="2026-02-25T14:50:18.929" v="635" actId="1076"/>
          <ac:picMkLst>
            <pc:docMk/>
            <pc:sldMk cId="4149485863" sldId="272"/>
            <ac:picMk id="6" creationId="{8C4EC28E-F283-DB8F-D32B-5441747C00EF}"/>
          </ac:picMkLst>
        </pc:picChg>
      </pc:sldChg>
      <pc:sldChg chg="new del">
        <pc:chgData name="Julia Johnson" userId="S::jjoh1175@students.kennesaw.edu::bece193e-bc41-4e93-bd62-ef751322be5f" providerId="AD" clId="Web-{64887525-7DAD-7A0D-009D-4DC535625361}" dt="2026-02-25T14:27:49.498" v="9"/>
        <pc:sldMkLst>
          <pc:docMk/>
          <pc:sldMk cId="1644239202" sldId="277"/>
        </pc:sldMkLst>
      </pc:sldChg>
      <pc:sldChg chg="addSp delSp new del">
        <pc:chgData name="Julia Johnson" userId="S::jjoh1175@students.kennesaw.edu::bece193e-bc41-4e93-bd62-ef751322be5f" providerId="AD" clId="Web-{64887525-7DAD-7A0D-009D-4DC535625361}" dt="2026-02-25T14:39:23.785" v="312"/>
        <pc:sldMkLst>
          <pc:docMk/>
          <pc:sldMk cId="3320227375" sldId="277"/>
        </pc:sldMkLst>
        <pc:picChg chg="add del">
          <ac:chgData name="Julia Johnson" userId="S::jjoh1175@students.kennesaw.edu::bece193e-bc41-4e93-bd62-ef751322be5f" providerId="AD" clId="Web-{64887525-7DAD-7A0D-009D-4DC535625361}" dt="2026-02-25T14:34:21.942" v="239"/>
          <ac:picMkLst>
            <pc:docMk/>
            <pc:sldMk cId="3320227375" sldId="277"/>
            <ac:picMk id="4" creationId="{D192C85B-99F2-F22A-5B74-7660D408DCCA}"/>
          </ac:picMkLst>
        </pc:picChg>
      </pc:sldChg>
      <pc:sldChg chg="delSp modSp add del replId">
        <pc:chgData name="Julia Johnson" userId="S::jjoh1175@students.kennesaw.edu::bece193e-bc41-4e93-bd62-ef751322be5f" providerId="AD" clId="Web-{64887525-7DAD-7A0D-009D-4DC535625361}" dt="2026-02-25T14:27:47.060" v="8"/>
        <pc:sldMkLst>
          <pc:docMk/>
          <pc:sldMk cId="848494838" sldId="278"/>
        </pc:sldMkLst>
        <pc:picChg chg="mod">
          <ac:chgData name="Julia Johnson" userId="S::jjoh1175@students.kennesaw.edu::bece193e-bc41-4e93-bd62-ef751322be5f" providerId="AD" clId="Web-{64887525-7DAD-7A0D-009D-4DC535625361}" dt="2026-02-25T14:27:25.247" v="7" actId="1076"/>
          <ac:picMkLst>
            <pc:docMk/>
            <pc:sldMk cId="848494838" sldId="278"/>
            <ac:picMk id="3" creationId="{E290B838-C2AF-AED0-1B44-835EC23DB1DE}"/>
          </ac:picMkLst>
        </pc:picChg>
        <pc:picChg chg="del">
          <ac:chgData name="Julia Johnson" userId="S::jjoh1175@students.kennesaw.edu::bece193e-bc41-4e93-bd62-ef751322be5f" providerId="AD" clId="Web-{64887525-7DAD-7A0D-009D-4DC535625361}" dt="2026-02-25T14:27:12.965" v="2"/>
          <ac:picMkLst>
            <pc:docMk/>
            <pc:sldMk cId="848494838" sldId="278"/>
            <ac:picMk id="4" creationId="{A7FEB3C8-790B-7715-79DD-ECDDA865E6FF}"/>
          </ac:picMkLst>
        </pc:picChg>
      </pc:sldChg>
      <pc:sldChg chg="addSp delSp modSp add mod ord replId setBg">
        <pc:chgData name="Julia Johnson" userId="S::jjoh1175@students.kennesaw.edu::bece193e-bc41-4e93-bd62-ef751322be5f" providerId="AD" clId="Web-{64887525-7DAD-7A0D-009D-4DC535625361}" dt="2026-02-25T14:59:01.483" v="657" actId="20577"/>
        <pc:sldMkLst>
          <pc:docMk/>
          <pc:sldMk cId="3923099181" sldId="278"/>
        </pc:sldMkLst>
        <pc:spChg chg="mod">
          <ac:chgData name="Julia Johnson" userId="S::jjoh1175@students.kennesaw.edu::bece193e-bc41-4e93-bd62-ef751322be5f" providerId="AD" clId="Web-{64887525-7DAD-7A0D-009D-4DC535625361}" dt="2026-02-25T14:34:54.100" v="246"/>
          <ac:spMkLst>
            <pc:docMk/>
            <pc:sldMk cId="3923099181" sldId="278"/>
            <ac:spMk id="2" creationId="{8FECE84C-CC79-2FF1-E7D9-3E766D257A20}"/>
          </ac:spMkLst>
        </pc:spChg>
        <pc:spChg chg="mod ord">
          <ac:chgData name="Julia Johnson" userId="S::jjoh1175@students.kennesaw.edu::bece193e-bc41-4e93-bd62-ef751322be5f" providerId="AD" clId="Web-{64887525-7DAD-7A0D-009D-4DC535625361}" dt="2026-02-25T14:59:01.483" v="657" actId="20577"/>
          <ac:spMkLst>
            <pc:docMk/>
            <pc:sldMk cId="3923099181" sldId="278"/>
            <ac:spMk id="5" creationId="{D23CDF0E-BB41-A7F3-B572-8AF4C01D15AF}"/>
          </ac:spMkLst>
        </pc:spChg>
        <pc:spChg chg="del">
          <ac:chgData name="Julia Johnson" userId="S::jjoh1175@students.kennesaw.edu::bece193e-bc41-4e93-bd62-ef751322be5f" providerId="AD" clId="Web-{64887525-7DAD-7A0D-009D-4DC535625361}" dt="2026-02-25T14:34:36.646" v="244"/>
          <ac:spMkLst>
            <pc:docMk/>
            <pc:sldMk cId="3923099181" sldId="278"/>
            <ac:spMk id="8" creationId="{4F85EB34-1A1B-B911-B130-E479EEE2A1DA}"/>
          </ac:spMkLst>
        </pc:spChg>
        <pc:spChg chg="add">
          <ac:chgData name="Julia Johnson" userId="S::jjoh1175@students.kennesaw.edu::bece193e-bc41-4e93-bd62-ef751322be5f" providerId="AD" clId="Web-{64887525-7DAD-7A0D-009D-4DC535625361}" dt="2026-02-25T14:34:54.100" v="246"/>
          <ac:spMkLst>
            <pc:docMk/>
            <pc:sldMk cId="3923099181" sldId="278"/>
            <ac:spMk id="16" creationId="{8FCE029E-5073-4498-8104-8427AA987352}"/>
          </ac:spMkLst>
        </pc:spChg>
        <pc:picChg chg="del">
          <ac:chgData name="Julia Johnson" userId="S::jjoh1175@students.kennesaw.edu::bece193e-bc41-4e93-bd62-ef751322be5f" providerId="AD" clId="Web-{64887525-7DAD-7A0D-009D-4DC535625361}" dt="2026-02-25T14:34:36.646" v="243"/>
          <ac:picMkLst>
            <pc:docMk/>
            <pc:sldMk cId="3923099181" sldId="278"/>
            <ac:picMk id="3" creationId="{A68D3015-32F2-B47D-556F-05CF896F3FE7}"/>
          </ac:picMkLst>
        </pc:picChg>
        <pc:picChg chg="del">
          <ac:chgData name="Julia Johnson" userId="S::jjoh1175@students.kennesaw.edu::bece193e-bc41-4e93-bd62-ef751322be5f" providerId="AD" clId="Web-{64887525-7DAD-7A0D-009D-4DC535625361}" dt="2026-02-25T14:34:36.646" v="242"/>
          <ac:picMkLst>
            <pc:docMk/>
            <pc:sldMk cId="3923099181" sldId="278"/>
            <ac:picMk id="4" creationId="{1BA25243-A903-6A80-CD6A-EDE6B0B92D6F}"/>
          </ac:picMkLst>
        </pc:picChg>
        <pc:picChg chg="del">
          <ac:chgData name="Julia Johnson" userId="S::jjoh1175@students.kennesaw.edu::bece193e-bc41-4e93-bd62-ef751322be5f" providerId="AD" clId="Web-{64887525-7DAD-7A0D-009D-4DC535625361}" dt="2026-02-25T14:34:36.646" v="245"/>
          <ac:picMkLst>
            <pc:docMk/>
            <pc:sldMk cId="3923099181" sldId="278"/>
            <ac:picMk id="6" creationId="{504CDFBD-510B-DE69-5D29-9D3B25999390}"/>
          </ac:picMkLst>
        </pc:picChg>
        <pc:picChg chg="mod modCrop">
          <ac:chgData name="Julia Johnson" userId="S::jjoh1175@students.kennesaw.edu::bece193e-bc41-4e93-bd62-ef751322be5f" providerId="AD" clId="Web-{64887525-7DAD-7A0D-009D-4DC535625361}" dt="2026-02-25T14:35:55.321" v="262" actId="1076"/>
          <ac:picMkLst>
            <pc:docMk/>
            <pc:sldMk cId="3923099181" sldId="278"/>
            <ac:picMk id="7" creationId="{C6239ED9-296C-77CB-0827-E866AD0F77F8}"/>
          </ac:picMkLst>
        </pc:picChg>
        <pc:picChg chg="mod modCrop">
          <ac:chgData name="Julia Johnson" userId="S::jjoh1175@students.kennesaw.edu::bece193e-bc41-4e93-bd62-ef751322be5f" providerId="AD" clId="Web-{64887525-7DAD-7A0D-009D-4DC535625361}" dt="2026-02-25T14:36:12.712" v="268" actId="1076"/>
          <ac:picMkLst>
            <pc:docMk/>
            <pc:sldMk cId="3923099181" sldId="278"/>
            <ac:picMk id="9" creationId="{96C76B6D-D1CF-DAFC-F8E1-705A8D7258B4}"/>
          </ac:picMkLst>
        </pc:picChg>
        <pc:cxnChg chg="add">
          <ac:chgData name="Julia Johnson" userId="S::jjoh1175@students.kennesaw.edu::bece193e-bc41-4e93-bd62-ef751322be5f" providerId="AD" clId="Web-{64887525-7DAD-7A0D-009D-4DC535625361}" dt="2026-02-25T14:34:54.100" v="246"/>
          <ac:cxnSpMkLst>
            <pc:docMk/>
            <pc:sldMk cId="3923099181" sldId="278"/>
            <ac:cxnSpMk id="14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64887525-7DAD-7A0D-009D-4DC535625361}" dt="2026-02-25T14:34:54.100" v="246"/>
          <ac:cxnSpMkLst>
            <pc:docMk/>
            <pc:sldMk cId="3923099181" sldId="278"/>
            <ac:cxnSpMk id="18" creationId="{BEFF515C-2521-4964-9DAC-2BFB8EC86AE4}"/>
          </ac:cxnSpMkLst>
        </pc:cxnChg>
      </pc:sldChg>
      <pc:sldChg chg="addSp delSp modSp new mod setBg modClrScheme chgLayout">
        <pc:chgData name="Julia Johnson" userId="S::jjoh1175@students.kennesaw.edu::bece193e-bc41-4e93-bd62-ef751322be5f" providerId="AD" clId="Web-{64887525-7DAD-7A0D-009D-4DC535625361}" dt="2026-02-25T15:00:26.547" v="670"/>
        <pc:sldMkLst>
          <pc:docMk/>
          <pc:sldMk cId="2233528969" sldId="279"/>
        </pc:sldMkLst>
        <pc:spChg chg="mod ord">
          <ac:chgData name="Julia Johnson" userId="S::jjoh1175@students.kennesaw.edu::bece193e-bc41-4e93-bd62-ef751322be5f" providerId="AD" clId="Web-{64887525-7DAD-7A0D-009D-4DC535625361}" dt="2026-02-25T14:47:59.070" v="620"/>
          <ac:spMkLst>
            <pc:docMk/>
            <pc:sldMk cId="2233528969" sldId="279"/>
            <ac:spMk id="2" creationId="{A75AAEAB-C4A8-D050-A1A3-F6CCD1CEEC17}"/>
          </ac:spMkLst>
        </pc:spChg>
        <pc:spChg chg="add mod ord">
          <ac:chgData name="Julia Johnson" userId="S::jjoh1175@students.kennesaw.edu::bece193e-bc41-4e93-bd62-ef751322be5f" providerId="AD" clId="Web-{64887525-7DAD-7A0D-009D-4DC535625361}" dt="2026-02-25T14:47:59.070" v="620"/>
          <ac:spMkLst>
            <pc:docMk/>
            <pc:sldMk cId="2233528969" sldId="279"/>
            <ac:spMk id="3" creationId="{07C7CC66-F414-CAE6-5C06-A3DD930D4F25}"/>
          </ac:spMkLst>
        </pc:spChg>
        <pc:spChg chg="add del">
          <ac:chgData name="Julia Johnson" userId="S::jjoh1175@students.kennesaw.edu::bece193e-bc41-4e93-bd62-ef751322be5f" providerId="AD" clId="Web-{64887525-7DAD-7A0D-009D-4DC535625361}" dt="2026-02-25T14:47:59.070" v="620"/>
          <ac:spMkLst>
            <pc:docMk/>
            <pc:sldMk cId="2233528969" sldId="279"/>
            <ac:spMk id="9" creationId="{744CAA32-F237-419C-A2DD-43C28D920D3C}"/>
          </ac:spMkLst>
        </pc:spChg>
        <pc:picChg chg="add mod modCrop">
          <ac:chgData name="Julia Johnson" userId="S::jjoh1175@students.kennesaw.edu::bece193e-bc41-4e93-bd62-ef751322be5f" providerId="AD" clId="Web-{64887525-7DAD-7A0D-009D-4DC535625361}" dt="2026-02-25T15:00:26.547" v="670"/>
          <ac:picMkLst>
            <pc:docMk/>
            <pc:sldMk cId="2233528969" sldId="279"/>
            <ac:picMk id="4" creationId="{770C2F37-B645-838D-0761-35EDF8CF4603}"/>
          </ac:picMkLst>
        </pc:picChg>
        <pc:cxnChg chg="add del">
          <ac:chgData name="Julia Johnson" userId="S::jjoh1175@students.kennesaw.edu::bece193e-bc41-4e93-bd62-ef751322be5f" providerId="AD" clId="Web-{64887525-7DAD-7A0D-009D-4DC535625361}" dt="2026-02-25T14:47:59.070" v="620"/>
          <ac:cxnSpMkLst>
            <pc:docMk/>
            <pc:sldMk cId="2233528969" sldId="279"/>
            <ac:cxnSpMk id="11" creationId="{08052531-D50B-3899-B150-D05525F4F2BC}"/>
          </ac:cxnSpMkLst>
        </pc:cxnChg>
      </pc:sldChg>
    </pc:docChg>
  </pc:docChgLst>
  <pc:docChgLst>
    <pc:chgData name="Kejon Ivery" userId="550c173b-7d64-4191-ae77-dcd2a403e27a" providerId="ADAL" clId="{AF4624A3-80F7-47F8-A264-97C0187942E6}"/>
    <pc:docChg chg="custSel modSld">
      <pc:chgData name="Kejon Ivery" userId="550c173b-7d64-4191-ae77-dcd2a403e27a" providerId="ADAL" clId="{AF4624A3-80F7-47F8-A264-97C0187942E6}" dt="2026-02-25T06:12:54.496" v="1" actId="26606"/>
      <pc:docMkLst>
        <pc:docMk/>
      </pc:docMkLst>
      <pc:sldChg chg="addSp delSp modSp mod">
        <pc:chgData name="Kejon Ivery" userId="550c173b-7d64-4191-ae77-dcd2a403e27a" providerId="ADAL" clId="{AF4624A3-80F7-47F8-A264-97C0187942E6}" dt="2026-02-25T06:12:54.496" v="1" actId="26606"/>
        <pc:sldMkLst>
          <pc:docMk/>
          <pc:sldMk cId="1409664810" sldId="276"/>
        </pc:sldMkLst>
        <pc:spChg chg="mod">
          <ac:chgData name="Kejon Ivery" userId="550c173b-7d64-4191-ae77-dcd2a403e27a" providerId="ADAL" clId="{AF4624A3-80F7-47F8-A264-97C0187942E6}" dt="2026-02-25T06:12:54.496" v="1" actId="26606"/>
          <ac:spMkLst>
            <pc:docMk/>
            <pc:sldMk cId="1409664810" sldId="276"/>
            <ac:spMk id="2" creationId="{E6E80A0F-DCAF-380A-6F4C-DCD07EA79F79}"/>
          </ac:spMkLst>
        </pc:spChg>
        <pc:spChg chg="del">
          <ac:chgData name="Kejon Ivery" userId="550c173b-7d64-4191-ae77-dcd2a403e27a" providerId="ADAL" clId="{AF4624A3-80F7-47F8-A264-97C0187942E6}" dt="2026-02-25T06:12:54.496" v="1" actId="26606"/>
          <ac:spMkLst>
            <pc:docMk/>
            <pc:sldMk cId="1409664810" sldId="276"/>
            <ac:spMk id="44" creationId="{CFD1D2CD-954D-4C4D-B505-05EAD159B230}"/>
          </ac:spMkLst>
        </pc:spChg>
        <pc:spChg chg="add">
          <ac:chgData name="Kejon Ivery" userId="550c173b-7d64-4191-ae77-dcd2a403e27a" providerId="ADAL" clId="{AF4624A3-80F7-47F8-A264-97C0187942E6}" dt="2026-02-25T06:12:54.496" v="1" actId="26606"/>
          <ac:spMkLst>
            <pc:docMk/>
            <pc:sldMk cId="1409664810" sldId="276"/>
            <ac:spMk id="53" creationId="{CFD1D2CD-954D-4C4D-B505-05EAD159B230}"/>
          </ac:spMkLst>
        </pc:spChg>
        <pc:picChg chg="mod">
          <ac:chgData name="Kejon Ivery" userId="550c173b-7d64-4191-ae77-dcd2a403e27a" providerId="ADAL" clId="{AF4624A3-80F7-47F8-A264-97C0187942E6}" dt="2026-02-25T06:12:54.496" v="1" actId="26606"/>
          <ac:picMkLst>
            <pc:docMk/>
            <pc:sldMk cId="1409664810" sldId="276"/>
            <ac:picMk id="3" creationId="{F5270FA8-1D80-8319-F3C4-F2B652E1FEE7}"/>
          </ac:picMkLst>
        </pc:picChg>
        <pc:picChg chg="del">
          <ac:chgData name="Kejon Ivery" userId="550c173b-7d64-4191-ae77-dcd2a403e27a" providerId="ADAL" clId="{AF4624A3-80F7-47F8-A264-97C0187942E6}" dt="2026-02-25T06:12:42.501" v="0" actId="21"/>
          <ac:picMkLst>
            <pc:docMk/>
            <pc:sldMk cId="1409664810" sldId="276"/>
            <ac:picMk id="4" creationId="{0134A7FD-3322-CBC8-EABC-54C92706CE2E}"/>
          </ac:picMkLst>
        </pc:picChg>
        <pc:cxnChg chg="del">
          <ac:chgData name="Kejon Ivery" userId="550c173b-7d64-4191-ae77-dcd2a403e27a" providerId="ADAL" clId="{AF4624A3-80F7-47F8-A264-97C0187942E6}" dt="2026-02-25T06:12:54.496" v="1" actId="26606"/>
          <ac:cxnSpMkLst>
            <pc:docMk/>
            <pc:sldMk cId="1409664810" sldId="276"/>
            <ac:cxnSpMk id="42" creationId="{118E06E4-607B-144B-382B-AD3D06B1EE8C}"/>
          </ac:cxnSpMkLst>
        </pc:cxnChg>
        <pc:cxnChg chg="del">
          <ac:chgData name="Kejon Ivery" userId="550c173b-7d64-4191-ae77-dcd2a403e27a" providerId="ADAL" clId="{AF4624A3-80F7-47F8-A264-97C0187942E6}" dt="2026-02-25T06:12:54.496" v="1" actId="26606"/>
          <ac:cxnSpMkLst>
            <pc:docMk/>
            <pc:sldMk cId="1409664810" sldId="276"/>
            <ac:cxnSpMk id="46" creationId="{A2D508B3-A66C-833E-D929-8DC211635676}"/>
          </ac:cxnSpMkLst>
        </pc:cxnChg>
        <pc:cxnChg chg="add">
          <ac:chgData name="Kejon Ivery" userId="550c173b-7d64-4191-ae77-dcd2a403e27a" providerId="ADAL" clId="{AF4624A3-80F7-47F8-A264-97C0187942E6}" dt="2026-02-25T06:12:54.496" v="1" actId="26606"/>
          <ac:cxnSpMkLst>
            <pc:docMk/>
            <pc:sldMk cId="1409664810" sldId="276"/>
            <ac:cxnSpMk id="51" creationId="{118E06E4-607B-144B-382B-AD3D06B1EE8C}"/>
          </ac:cxnSpMkLst>
        </pc:cxnChg>
        <pc:cxnChg chg="add">
          <ac:chgData name="Kejon Ivery" userId="550c173b-7d64-4191-ae77-dcd2a403e27a" providerId="ADAL" clId="{AF4624A3-80F7-47F8-A264-97C0187942E6}" dt="2026-02-25T06:12:54.496" v="1" actId="26606"/>
          <ac:cxnSpMkLst>
            <pc:docMk/>
            <pc:sldMk cId="1409664810" sldId="276"/>
            <ac:cxnSpMk id="55" creationId="{A2D508B3-A66C-833E-D929-8DC211635676}"/>
          </ac:cxnSpMkLst>
        </pc:cxnChg>
      </pc:sldChg>
    </pc:docChg>
  </pc:docChgLst>
  <pc:docChgLst>
    <pc:chgData name="Kejon Ivery" userId="S::kivery2@students.kennesaw.edu::550c173b-7d64-4191-ae77-dcd2a403e27a" providerId="AD" clId="Web-{D8390ACA-E4A0-7C3F-4781-487D6D4FEAC6}"/>
    <pc:docChg chg="addSld modSld">
      <pc:chgData name="Kejon Ivery" userId="S::kivery2@students.kennesaw.edu::550c173b-7d64-4191-ae77-dcd2a403e27a" providerId="AD" clId="Web-{D8390ACA-E4A0-7C3F-4781-487D6D4FEAC6}" dt="2026-02-25T06:10:43.288" v="10"/>
      <pc:docMkLst>
        <pc:docMk/>
      </pc:docMkLst>
      <pc:sldChg chg="addSp delSp modSp add replId">
        <pc:chgData name="Kejon Ivery" userId="S::kivery2@students.kennesaw.edu::550c173b-7d64-4191-ae77-dcd2a403e27a" providerId="AD" clId="Web-{D8390ACA-E4A0-7C3F-4781-487D6D4FEAC6}" dt="2026-02-25T06:10:43.288" v="10"/>
        <pc:sldMkLst>
          <pc:docMk/>
          <pc:sldMk cId="1409664810" sldId="276"/>
        </pc:sldMkLst>
        <pc:spChg chg="mod">
          <ac:chgData name="Kejon Ivery" userId="S::kivery2@students.kennesaw.edu::550c173b-7d64-4191-ae77-dcd2a403e27a" providerId="AD" clId="Web-{D8390ACA-E4A0-7C3F-4781-487D6D4FEAC6}" dt="2026-02-25T05:39:01.177" v="9" actId="20577"/>
          <ac:spMkLst>
            <pc:docMk/>
            <pc:sldMk cId="1409664810" sldId="276"/>
            <ac:spMk id="2" creationId="{E6E80A0F-DCAF-380A-6F4C-DCD07EA79F79}"/>
          </ac:spMkLst>
        </pc:spChg>
        <pc:spChg chg="del">
          <ac:chgData name="Kejon Ivery" userId="S::kivery2@students.kennesaw.edu::550c173b-7d64-4191-ae77-dcd2a403e27a" providerId="AD" clId="Web-{D8390ACA-E4A0-7C3F-4781-487D6D4FEAC6}" dt="2026-02-25T05:38:51.943" v="3"/>
          <ac:spMkLst>
            <pc:docMk/>
            <pc:sldMk cId="1409664810" sldId="276"/>
            <ac:spMk id="35" creationId="{3F0AB429-3E43-8AC8-F7D2-3F0D98B98C82}"/>
          </ac:spMkLst>
        </pc:spChg>
        <pc:spChg chg="add">
          <ac:chgData name="Kejon Ivery" userId="S::kivery2@students.kennesaw.edu::550c173b-7d64-4191-ae77-dcd2a403e27a" providerId="AD" clId="Web-{D8390ACA-E4A0-7C3F-4781-487D6D4FEAC6}" dt="2026-02-25T05:38:51.943" v="3"/>
          <ac:spMkLst>
            <pc:docMk/>
            <pc:sldMk cId="1409664810" sldId="276"/>
            <ac:spMk id="44" creationId="{CFD1D2CD-954D-4C4D-B505-05EAD159B230}"/>
          </ac:spMkLst>
        </pc:spChg>
        <pc:picChg chg="del">
          <ac:chgData name="Kejon Ivery" userId="S::kivery2@students.kennesaw.edu::550c173b-7d64-4191-ae77-dcd2a403e27a" providerId="AD" clId="Web-{D8390ACA-E4A0-7C3F-4781-487D6D4FEAC6}" dt="2026-02-25T05:38:43.974" v="1"/>
          <ac:picMkLst>
            <pc:docMk/>
            <pc:sldMk cId="1409664810" sldId="276"/>
            <ac:picMk id="3" creationId="{DDDD8985-DB30-7402-4167-4D2278BF6906}"/>
          </ac:picMkLst>
        </pc:picChg>
        <pc:picChg chg="add mod">
          <ac:chgData name="Kejon Ivery" userId="S::kivery2@students.kennesaw.edu::550c173b-7d64-4191-ae77-dcd2a403e27a" providerId="AD" clId="Web-{D8390ACA-E4A0-7C3F-4781-487D6D4FEAC6}" dt="2026-02-25T06:10:43.288" v="10"/>
          <ac:picMkLst>
            <pc:docMk/>
            <pc:sldMk cId="1409664810" sldId="276"/>
            <ac:picMk id="3" creationId="{F5270FA8-1D80-8319-F3C4-F2B652E1FEE7}"/>
          </ac:picMkLst>
        </pc:picChg>
        <pc:picChg chg="add mod">
          <ac:chgData name="Kejon Ivery" userId="S::kivery2@students.kennesaw.edu::550c173b-7d64-4191-ae77-dcd2a403e27a" providerId="AD" clId="Web-{D8390ACA-E4A0-7C3F-4781-487D6D4FEAC6}" dt="2026-02-25T05:38:51.943" v="3"/>
          <ac:picMkLst>
            <pc:docMk/>
            <pc:sldMk cId="1409664810" sldId="276"/>
            <ac:picMk id="4" creationId="{0134A7FD-3322-CBC8-EABC-54C92706CE2E}"/>
          </ac:picMkLst>
        </pc:picChg>
        <pc:cxnChg chg="del">
          <ac:chgData name="Kejon Ivery" userId="S::kivery2@students.kennesaw.edu::550c173b-7d64-4191-ae77-dcd2a403e27a" providerId="AD" clId="Web-{D8390ACA-E4A0-7C3F-4781-487D6D4FEAC6}" dt="2026-02-25T05:38:51.943" v="3"/>
          <ac:cxnSpMkLst>
            <pc:docMk/>
            <pc:sldMk cId="1409664810" sldId="276"/>
            <ac:cxnSpMk id="33" creationId="{A52BDD3A-D179-14F8-B2F7-96959094561F}"/>
          </ac:cxnSpMkLst>
        </pc:cxnChg>
        <pc:cxnChg chg="del">
          <ac:chgData name="Kejon Ivery" userId="S::kivery2@students.kennesaw.edu::550c173b-7d64-4191-ae77-dcd2a403e27a" providerId="AD" clId="Web-{D8390ACA-E4A0-7C3F-4781-487D6D4FEAC6}" dt="2026-02-25T05:38:51.943" v="3"/>
          <ac:cxnSpMkLst>
            <pc:docMk/>
            <pc:sldMk cId="1409664810" sldId="276"/>
            <ac:cxnSpMk id="37" creationId="{D7DBA533-2505-A178-74D7-BF35495E2CEF}"/>
          </ac:cxnSpMkLst>
        </pc:cxnChg>
        <pc:cxnChg chg="add">
          <ac:chgData name="Kejon Ivery" userId="S::kivery2@students.kennesaw.edu::550c173b-7d64-4191-ae77-dcd2a403e27a" providerId="AD" clId="Web-{D8390ACA-E4A0-7C3F-4781-487D6D4FEAC6}" dt="2026-02-25T05:38:51.943" v="3"/>
          <ac:cxnSpMkLst>
            <pc:docMk/>
            <pc:sldMk cId="1409664810" sldId="276"/>
            <ac:cxnSpMk id="42" creationId="{118E06E4-607B-144B-382B-AD3D06B1EE8C}"/>
          </ac:cxnSpMkLst>
        </pc:cxnChg>
        <pc:cxnChg chg="add">
          <ac:chgData name="Kejon Ivery" userId="S::kivery2@students.kennesaw.edu::550c173b-7d64-4191-ae77-dcd2a403e27a" providerId="AD" clId="Web-{D8390ACA-E4A0-7C3F-4781-487D6D4FEAC6}" dt="2026-02-25T05:38:51.943" v="3"/>
          <ac:cxnSpMkLst>
            <pc:docMk/>
            <pc:sldMk cId="1409664810" sldId="276"/>
            <ac:cxnSpMk id="46" creationId="{A2D508B3-A66C-833E-D929-8DC211635676}"/>
          </ac:cxnSpMkLst>
        </pc:cxnChg>
      </pc:sldChg>
    </pc:docChg>
  </pc:docChgLst>
  <pc:docChgLst>
    <pc:chgData name="Jalen Tottress" userId="S::jtottres@students.kennesaw.edu::9b8bedd8-bbf4-4df7-85c7-a1d0517546db" providerId="AD" clId="Web-{4EAF6847-C23D-99ED-259A-EDA8FDE9FEA4}"/>
    <pc:docChg chg="addSld modSld sldOrd">
      <pc:chgData name="Jalen Tottress" userId="S::jtottres@students.kennesaw.edu::9b8bedd8-bbf4-4df7-85c7-a1d0517546db" providerId="AD" clId="Web-{4EAF6847-C23D-99ED-259A-EDA8FDE9FEA4}" dt="2026-02-25T03:26:09.411" v="2016" actId="20577"/>
      <pc:docMkLst>
        <pc:docMk/>
      </pc:docMkLst>
      <pc:sldChg chg="addSp modSp">
        <pc:chgData name="Jalen Tottress" userId="S::jtottres@students.kennesaw.edu::9b8bedd8-bbf4-4df7-85c7-a1d0517546db" providerId="AD" clId="Web-{4EAF6847-C23D-99ED-259A-EDA8FDE9FEA4}" dt="2026-02-25T02:48:05.251" v="750" actId="20577"/>
        <pc:sldMkLst>
          <pc:docMk/>
          <pc:sldMk cId="441985128" sldId="263"/>
        </pc:sldMkLst>
        <pc:spChg chg="mod">
          <ac:chgData name="Jalen Tottress" userId="S::jtottres@students.kennesaw.edu::9b8bedd8-bbf4-4df7-85c7-a1d0517546db" providerId="AD" clId="Web-{4EAF6847-C23D-99ED-259A-EDA8FDE9FEA4}" dt="2026-02-25T02:38:20.606" v="293" actId="20577"/>
          <ac:spMkLst>
            <pc:docMk/>
            <pc:sldMk cId="441985128" sldId="263"/>
            <ac:spMk id="2" creationId="{EE904E5D-3453-E93E-5271-48B2DA1FB8CC}"/>
          </ac:spMkLst>
        </pc:spChg>
        <pc:spChg chg="add mod">
          <ac:chgData name="Jalen Tottress" userId="S::jtottres@students.kennesaw.edu::9b8bedd8-bbf4-4df7-85c7-a1d0517546db" providerId="AD" clId="Web-{4EAF6847-C23D-99ED-259A-EDA8FDE9FEA4}" dt="2026-02-25T02:48:05.251" v="750" actId="20577"/>
          <ac:spMkLst>
            <pc:docMk/>
            <pc:sldMk cId="441985128" sldId="263"/>
            <ac:spMk id="3" creationId="{425D44B3-B1AB-7C70-A178-192843B15C46}"/>
          </ac:spMkLst>
        </pc:spChg>
      </pc:sldChg>
      <pc:sldChg chg="addSp modSp mod setBg">
        <pc:chgData name="Jalen Tottress" userId="S::jtottres@students.kennesaw.edu::9b8bedd8-bbf4-4df7-85c7-a1d0517546db" providerId="AD" clId="Web-{4EAF6847-C23D-99ED-259A-EDA8FDE9FEA4}" dt="2026-02-25T02:51:48.403" v="810" actId="1076"/>
        <pc:sldMkLst>
          <pc:docMk/>
          <pc:sldMk cId="1500324109" sldId="264"/>
        </pc:sldMkLst>
        <pc:spChg chg="mod">
          <ac:chgData name="Jalen Tottress" userId="S::jtottres@students.kennesaw.edu::9b8bedd8-bbf4-4df7-85c7-a1d0517546db" providerId="AD" clId="Web-{4EAF6847-C23D-99ED-259A-EDA8FDE9FEA4}" dt="2026-02-25T02:50:22.352" v="759"/>
          <ac:spMkLst>
            <pc:docMk/>
            <pc:sldMk cId="1500324109" sldId="264"/>
            <ac:spMk id="2" creationId="{C33B6745-1D3C-2E50-CFD5-1EDB0D203007}"/>
          </ac:spMkLst>
        </pc:spChg>
        <pc:spChg chg="add mod">
          <ac:chgData name="Jalen Tottress" userId="S::jtottres@students.kennesaw.edu::9b8bedd8-bbf4-4df7-85c7-a1d0517546db" providerId="AD" clId="Web-{4EAF6847-C23D-99ED-259A-EDA8FDE9FEA4}" dt="2026-02-25T02:51:21.230" v="792" actId="1076"/>
          <ac:spMkLst>
            <pc:docMk/>
            <pc:sldMk cId="1500324109" sldId="264"/>
            <ac:spMk id="5" creationId="{F5867D88-3B30-84B9-4D08-E12396E70F0D}"/>
          </ac:spMkLst>
        </pc:spChg>
        <pc:spChg chg="add mod">
          <ac:chgData name="Jalen Tottress" userId="S::jtottres@students.kennesaw.edu::9b8bedd8-bbf4-4df7-85c7-a1d0517546db" providerId="AD" clId="Web-{4EAF6847-C23D-99ED-259A-EDA8FDE9FEA4}" dt="2026-02-25T02:51:48.403" v="810" actId="1076"/>
          <ac:spMkLst>
            <pc:docMk/>
            <pc:sldMk cId="1500324109" sldId="264"/>
            <ac:spMk id="6" creationId="{0D4DBF7B-B0FE-4DDC-32B3-38F74A9BDAF5}"/>
          </ac:spMkLst>
        </pc:spChg>
        <pc:spChg chg="add">
          <ac:chgData name="Jalen Tottress" userId="S::jtottres@students.kennesaw.edu::9b8bedd8-bbf4-4df7-85c7-a1d0517546db" providerId="AD" clId="Web-{4EAF6847-C23D-99ED-259A-EDA8FDE9FEA4}" dt="2026-02-25T02:50:22.352" v="759"/>
          <ac:spMkLst>
            <pc:docMk/>
            <pc:sldMk cId="1500324109" sldId="264"/>
            <ac:spMk id="11" creationId="{19F9BF86-FE94-4517-B97D-026C7515E589}"/>
          </ac:spMkLst>
        </pc:spChg>
        <pc:picChg chg="add mod">
          <ac:chgData name="Jalen Tottress" userId="S::jtottres@students.kennesaw.edu::9b8bedd8-bbf4-4df7-85c7-a1d0517546db" providerId="AD" clId="Web-{4EAF6847-C23D-99ED-259A-EDA8FDE9FEA4}" dt="2026-02-25T02:50:22.352" v="759"/>
          <ac:picMkLst>
            <pc:docMk/>
            <pc:sldMk cId="1500324109" sldId="264"/>
            <ac:picMk id="3" creationId="{5D857EA5-AFE1-F569-9447-5D4B8B92A872}"/>
          </ac:picMkLst>
        </pc:picChg>
        <pc:picChg chg="add mod">
          <ac:chgData name="Jalen Tottress" userId="S::jtottres@students.kennesaw.edu::9b8bedd8-bbf4-4df7-85c7-a1d0517546db" providerId="AD" clId="Web-{4EAF6847-C23D-99ED-259A-EDA8FDE9FEA4}" dt="2026-02-25T02:50:22.352" v="759"/>
          <ac:picMkLst>
            <pc:docMk/>
            <pc:sldMk cId="1500324109" sldId="264"/>
            <ac:picMk id="4" creationId="{3334F517-5083-C335-465B-821EB6D4CE57}"/>
          </ac:picMkLst>
        </pc:picChg>
        <pc:cxnChg chg="add">
          <ac:chgData name="Jalen Tottress" userId="S::jtottres@students.kennesaw.edu::9b8bedd8-bbf4-4df7-85c7-a1d0517546db" providerId="AD" clId="Web-{4EAF6847-C23D-99ED-259A-EDA8FDE9FEA4}" dt="2026-02-25T02:50:22.352" v="759"/>
          <ac:cxnSpMkLst>
            <pc:docMk/>
            <pc:sldMk cId="1500324109" sldId="264"/>
            <ac:cxnSpMk id="9" creationId="{118E06E4-607B-144B-382B-AD3D06B1EE8C}"/>
          </ac:cxnSpMkLst>
        </pc:cxnChg>
        <pc:cxnChg chg="add">
          <ac:chgData name="Jalen Tottress" userId="S::jtottres@students.kennesaw.edu::9b8bedd8-bbf4-4df7-85c7-a1d0517546db" providerId="AD" clId="Web-{4EAF6847-C23D-99ED-259A-EDA8FDE9FEA4}" dt="2026-02-25T02:50:22.352" v="759"/>
          <ac:cxnSpMkLst>
            <pc:docMk/>
            <pc:sldMk cId="1500324109" sldId="264"/>
            <ac:cxnSpMk id="13" creationId="{6CE0D2A5-C167-FB61-F32A-674B344F2D1F}"/>
          </ac:cxnSpMkLst>
        </pc:cxnChg>
      </pc:sldChg>
      <pc:sldChg chg="addSp modSp">
        <pc:chgData name="Jalen Tottress" userId="S::jtottres@students.kennesaw.edu::9b8bedd8-bbf4-4df7-85c7-a1d0517546db" providerId="AD" clId="Web-{4EAF6847-C23D-99ED-259A-EDA8FDE9FEA4}" dt="2026-02-25T03:16:04.728" v="1659" actId="20577"/>
        <pc:sldMkLst>
          <pc:docMk/>
          <pc:sldMk cId="2427897646" sldId="265"/>
        </pc:sldMkLst>
        <pc:spChg chg="mod">
          <ac:chgData name="Jalen Tottress" userId="S::jtottres@students.kennesaw.edu::9b8bedd8-bbf4-4df7-85c7-a1d0517546db" providerId="AD" clId="Web-{4EAF6847-C23D-99ED-259A-EDA8FDE9FEA4}" dt="2026-02-25T02:59:19.006" v="838" actId="20577"/>
          <ac:spMkLst>
            <pc:docMk/>
            <pc:sldMk cId="2427897646" sldId="265"/>
            <ac:spMk id="2" creationId="{1505987D-C4DD-DE2F-18C3-F6993C9993DC}"/>
          </ac:spMkLst>
        </pc:spChg>
        <pc:spChg chg="add mod">
          <ac:chgData name="Jalen Tottress" userId="S::jtottres@students.kennesaw.edu::9b8bedd8-bbf4-4df7-85c7-a1d0517546db" providerId="AD" clId="Web-{4EAF6847-C23D-99ED-259A-EDA8FDE9FEA4}" dt="2026-02-25T03:16:04.728" v="1659" actId="20577"/>
          <ac:spMkLst>
            <pc:docMk/>
            <pc:sldMk cId="2427897646" sldId="265"/>
            <ac:spMk id="3" creationId="{0C052E0F-613F-3316-7DB8-C1514CE0A18B}"/>
          </ac:spMkLst>
        </pc:spChg>
      </pc:sldChg>
      <pc:sldChg chg="addSp delSp modSp ord">
        <pc:chgData name="Jalen Tottress" userId="S::jtottres@students.kennesaw.edu::9b8bedd8-bbf4-4df7-85c7-a1d0517546db" providerId="AD" clId="Web-{4EAF6847-C23D-99ED-259A-EDA8FDE9FEA4}" dt="2026-02-25T03:13:38.476" v="1380" actId="20577"/>
        <pc:sldMkLst>
          <pc:docMk/>
          <pc:sldMk cId="1457925000" sldId="266"/>
        </pc:sldMkLst>
        <pc:spChg chg="mod">
          <ac:chgData name="Jalen Tottress" userId="S::jtottres@students.kennesaw.edu::9b8bedd8-bbf4-4df7-85c7-a1d0517546db" providerId="AD" clId="Web-{4EAF6847-C23D-99ED-259A-EDA8FDE9FEA4}" dt="2026-02-25T02:27:53.717" v="5" actId="20577"/>
          <ac:spMkLst>
            <pc:docMk/>
            <pc:sldMk cId="1457925000" sldId="266"/>
            <ac:spMk id="2" creationId="{870A41C1-84EB-50CD-4B27-2418F80B090E}"/>
          </ac:spMkLst>
        </pc:spChg>
        <pc:spChg chg="add del mod">
          <ac:chgData name="Jalen Tottress" userId="S::jtottres@students.kennesaw.edu::9b8bedd8-bbf4-4df7-85c7-a1d0517546db" providerId="AD" clId="Web-{4EAF6847-C23D-99ED-259A-EDA8FDE9FEA4}" dt="2026-02-25T02:28:21.967" v="11"/>
          <ac:spMkLst>
            <pc:docMk/>
            <pc:sldMk cId="1457925000" sldId="266"/>
            <ac:spMk id="3" creationId="{44607D59-BD1E-5933-0AA7-ED3CB334D330}"/>
          </ac:spMkLst>
        </pc:spChg>
        <pc:spChg chg="add del mod">
          <ac:chgData name="Jalen Tottress" userId="S::jtottres@students.kennesaw.edu::9b8bedd8-bbf4-4df7-85c7-a1d0517546db" providerId="AD" clId="Web-{4EAF6847-C23D-99ED-259A-EDA8FDE9FEA4}" dt="2026-02-25T02:28:46.172" v="15"/>
          <ac:spMkLst>
            <pc:docMk/>
            <pc:sldMk cId="1457925000" sldId="266"/>
            <ac:spMk id="4" creationId="{C52A4E50-5B9F-AEC2-A277-81DE0AABC7FE}"/>
          </ac:spMkLst>
        </pc:spChg>
        <pc:spChg chg="add mod">
          <ac:chgData name="Jalen Tottress" userId="S::jtottres@students.kennesaw.edu::9b8bedd8-bbf4-4df7-85c7-a1d0517546db" providerId="AD" clId="Web-{4EAF6847-C23D-99ED-259A-EDA8FDE9FEA4}" dt="2026-02-25T03:13:38.476" v="1380" actId="20577"/>
          <ac:spMkLst>
            <pc:docMk/>
            <pc:sldMk cId="1457925000" sldId="266"/>
            <ac:spMk id="5" creationId="{14223CE6-D084-934A-FF07-DAD86A03F1EF}"/>
          </ac:spMkLst>
        </pc:spChg>
      </pc:sldChg>
      <pc:sldChg chg="modSp">
        <pc:chgData name="Jalen Tottress" userId="S::jtottres@students.kennesaw.edu::9b8bedd8-bbf4-4df7-85c7-a1d0517546db" providerId="AD" clId="Web-{4EAF6847-C23D-99ED-259A-EDA8FDE9FEA4}" dt="2026-02-25T03:26:09.411" v="2016" actId="20577"/>
        <pc:sldMkLst>
          <pc:docMk/>
          <pc:sldMk cId="2231840426" sldId="267"/>
        </pc:sldMkLst>
        <pc:spChg chg="mod">
          <ac:chgData name="Jalen Tottress" userId="S::jtottres@students.kennesaw.edu::9b8bedd8-bbf4-4df7-85c7-a1d0517546db" providerId="AD" clId="Web-{4EAF6847-C23D-99ED-259A-EDA8FDE9FEA4}" dt="2026-02-25T03:26:09.411" v="2016" actId="20577"/>
          <ac:spMkLst>
            <pc:docMk/>
            <pc:sldMk cId="2231840426" sldId="267"/>
            <ac:spMk id="6" creationId="{B367EDEA-795D-10DC-7035-104986A3393A}"/>
          </ac:spMkLst>
        </pc:spChg>
      </pc:sldChg>
      <pc:sldChg chg="addSp delSp modSp add mod ord replId setBg">
        <pc:chgData name="Jalen Tottress" userId="S::jtottres@students.kennesaw.edu::9b8bedd8-bbf4-4df7-85c7-a1d0517546db" providerId="AD" clId="Web-{4EAF6847-C23D-99ED-259A-EDA8FDE9FEA4}" dt="2026-02-25T03:08:21.531" v="1229"/>
        <pc:sldMkLst>
          <pc:docMk/>
          <pc:sldMk cId="2425924764" sldId="271"/>
        </pc:sldMkLst>
        <pc:spChg chg="mod">
          <ac:chgData name="Jalen Tottress" userId="S::jtottres@students.kennesaw.edu::9b8bedd8-bbf4-4df7-85c7-a1d0517546db" providerId="AD" clId="Web-{4EAF6847-C23D-99ED-259A-EDA8FDE9FEA4}" dt="2026-02-25T02:37:54.168" v="285" actId="14100"/>
          <ac:spMkLst>
            <pc:docMk/>
            <pc:sldMk cId="2425924764" sldId="271"/>
            <ac:spMk id="2" creationId="{959BBABA-3B0B-E878-F272-BC219B649386}"/>
          </ac:spMkLst>
        </pc:spChg>
        <pc:spChg chg="add del">
          <ac:chgData name="Jalen Tottress" userId="S::jtottres@students.kennesaw.edu::9b8bedd8-bbf4-4df7-85c7-a1d0517546db" providerId="AD" clId="Web-{4EAF6847-C23D-99ED-259A-EDA8FDE9FEA4}" dt="2026-02-25T02:37:28.902" v="262"/>
          <ac:spMkLst>
            <pc:docMk/>
            <pc:sldMk cId="2425924764" sldId="271"/>
            <ac:spMk id="10" creationId="{19F9BF86-FE94-4517-B97D-026C7515E589}"/>
          </ac:spMkLst>
        </pc:spChg>
        <pc:spChg chg="add del">
          <ac:chgData name="Jalen Tottress" userId="S::jtottres@students.kennesaw.edu::9b8bedd8-bbf4-4df7-85c7-a1d0517546db" providerId="AD" clId="Web-{4EAF6847-C23D-99ED-259A-EDA8FDE9FEA4}" dt="2026-02-25T02:37:33.574" v="264"/>
          <ac:spMkLst>
            <pc:docMk/>
            <pc:sldMk cId="2425924764" sldId="271"/>
            <ac:spMk id="15" creationId="{CFD1D2CD-954D-4C4D-B505-05EAD159B230}"/>
          </ac:spMkLst>
        </pc:spChg>
        <pc:spChg chg="add del">
          <ac:chgData name="Jalen Tottress" userId="S::jtottres@students.kennesaw.edu::9b8bedd8-bbf4-4df7-85c7-a1d0517546db" providerId="AD" clId="Web-{4EAF6847-C23D-99ED-259A-EDA8FDE9FEA4}" dt="2026-02-25T02:37:35.042" v="266"/>
          <ac:spMkLst>
            <pc:docMk/>
            <pc:sldMk cId="2425924764" sldId="271"/>
            <ac:spMk id="19" creationId="{19F9BF86-FE94-4517-B97D-026C7515E589}"/>
          </ac:spMkLst>
        </pc:spChg>
        <pc:spChg chg="add del">
          <ac:chgData name="Jalen Tottress" userId="S::jtottres@students.kennesaw.edu::9b8bedd8-bbf4-4df7-85c7-a1d0517546db" providerId="AD" clId="Web-{4EAF6847-C23D-99ED-259A-EDA8FDE9FEA4}" dt="2026-02-25T02:37:37.777" v="268"/>
          <ac:spMkLst>
            <pc:docMk/>
            <pc:sldMk cId="2425924764" sldId="271"/>
            <ac:spMk id="23" creationId="{19F9BF86-FE94-4517-B97D-026C7515E589}"/>
          </ac:spMkLst>
        </pc:spChg>
        <pc:spChg chg="add">
          <ac:chgData name="Jalen Tottress" userId="S::jtottres@students.kennesaw.edu::9b8bedd8-bbf4-4df7-85c7-a1d0517546db" providerId="AD" clId="Web-{4EAF6847-C23D-99ED-259A-EDA8FDE9FEA4}" dt="2026-02-25T02:37:37.793" v="269"/>
          <ac:spMkLst>
            <pc:docMk/>
            <pc:sldMk cId="2425924764" sldId="271"/>
            <ac:spMk id="27" creationId="{19F9BF86-FE94-4517-B97D-026C7515E589}"/>
          </ac:spMkLst>
        </pc:spChg>
        <pc:picChg chg="add mod">
          <ac:chgData name="Jalen Tottress" userId="S::jtottres@students.kennesaw.edu::9b8bedd8-bbf4-4df7-85c7-a1d0517546db" providerId="AD" clId="Web-{4EAF6847-C23D-99ED-259A-EDA8FDE9FEA4}" dt="2026-02-25T02:37:37.793" v="269"/>
          <ac:picMkLst>
            <pc:docMk/>
            <pc:sldMk cId="2425924764" sldId="271"/>
            <ac:picMk id="3" creationId="{76F954E6-EF07-046B-42D1-E8FE694EB998}"/>
          </ac:picMkLst>
        </pc:picChg>
        <pc:cxnChg chg="add del">
          <ac:chgData name="Jalen Tottress" userId="S::jtottres@students.kennesaw.edu::9b8bedd8-bbf4-4df7-85c7-a1d0517546db" providerId="AD" clId="Web-{4EAF6847-C23D-99ED-259A-EDA8FDE9FEA4}" dt="2026-02-25T02:37:28.902" v="262"/>
          <ac:cxnSpMkLst>
            <pc:docMk/>
            <pc:sldMk cId="2425924764" sldId="271"/>
            <ac:cxnSpMk id="8" creationId="{118E06E4-607B-144B-382B-AD3D06B1EE8C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28.902" v="262"/>
          <ac:cxnSpMkLst>
            <pc:docMk/>
            <pc:sldMk cId="2425924764" sldId="271"/>
            <ac:cxnSpMk id="12" creationId="{59D7B6BE-A4E0-4483-BEC5-493AC3E5D2AD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3.574" v="264"/>
          <ac:cxnSpMkLst>
            <pc:docMk/>
            <pc:sldMk cId="2425924764" sldId="271"/>
            <ac:cxnSpMk id="14" creationId="{118E06E4-607B-144B-382B-AD3D06B1EE8C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3.574" v="264"/>
          <ac:cxnSpMkLst>
            <pc:docMk/>
            <pc:sldMk cId="2425924764" sldId="271"/>
            <ac:cxnSpMk id="16" creationId="{A2D508B3-A66C-833E-D929-8DC211635676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5.042" v="266"/>
          <ac:cxnSpMkLst>
            <pc:docMk/>
            <pc:sldMk cId="2425924764" sldId="271"/>
            <ac:cxnSpMk id="18" creationId="{118E06E4-607B-144B-382B-AD3D06B1EE8C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5.042" v="266"/>
          <ac:cxnSpMkLst>
            <pc:docMk/>
            <pc:sldMk cId="2425924764" sldId="271"/>
            <ac:cxnSpMk id="20" creationId="{7CC73A33-65FF-41A9-A3B0-006753CD1028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7.777" v="268"/>
          <ac:cxnSpMkLst>
            <pc:docMk/>
            <pc:sldMk cId="2425924764" sldId="271"/>
            <ac:cxnSpMk id="22" creationId="{118E06E4-607B-144B-382B-AD3D06B1EE8C}"/>
          </ac:cxnSpMkLst>
        </pc:cxnChg>
        <pc:cxnChg chg="add del">
          <ac:chgData name="Jalen Tottress" userId="S::jtottres@students.kennesaw.edu::9b8bedd8-bbf4-4df7-85c7-a1d0517546db" providerId="AD" clId="Web-{4EAF6847-C23D-99ED-259A-EDA8FDE9FEA4}" dt="2026-02-25T02:37:37.777" v="268"/>
          <ac:cxnSpMkLst>
            <pc:docMk/>
            <pc:sldMk cId="2425924764" sldId="271"/>
            <ac:cxnSpMk id="24" creationId="{426B4E86-32C4-273A-1ADF-6B44243549D7}"/>
          </ac:cxnSpMkLst>
        </pc:cxnChg>
        <pc:cxnChg chg="add">
          <ac:chgData name="Jalen Tottress" userId="S::jtottres@students.kennesaw.edu::9b8bedd8-bbf4-4df7-85c7-a1d0517546db" providerId="AD" clId="Web-{4EAF6847-C23D-99ED-259A-EDA8FDE9FEA4}" dt="2026-02-25T02:37:37.793" v="269"/>
          <ac:cxnSpMkLst>
            <pc:docMk/>
            <pc:sldMk cId="2425924764" sldId="271"/>
            <ac:cxnSpMk id="26" creationId="{118E06E4-607B-144B-382B-AD3D06B1EE8C}"/>
          </ac:cxnSpMkLst>
        </pc:cxnChg>
        <pc:cxnChg chg="add">
          <ac:chgData name="Jalen Tottress" userId="S::jtottres@students.kennesaw.edu::9b8bedd8-bbf4-4df7-85c7-a1d0517546db" providerId="AD" clId="Web-{4EAF6847-C23D-99ED-259A-EDA8FDE9FEA4}" dt="2026-02-25T02:37:37.793" v="269"/>
          <ac:cxnSpMkLst>
            <pc:docMk/>
            <pc:sldMk cId="2425924764" sldId="271"/>
            <ac:cxnSpMk id="28" creationId="{59D7B6BE-A4E0-4483-BEC5-493AC3E5D2AD}"/>
          </ac:cxnSpMkLst>
        </pc:cxnChg>
      </pc:sldChg>
      <pc:sldChg chg="modSp add replId">
        <pc:chgData name="Jalen Tottress" userId="S::jtottres@students.kennesaw.edu::9b8bedd8-bbf4-4df7-85c7-a1d0517546db" providerId="AD" clId="Web-{4EAF6847-C23D-99ED-259A-EDA8FDE9FEA4}" dt="2026-02-25T03:18:21.480" v="1772" actId="20577"/>
        <pc:sldMkLst>
          <pc:docMk/>
          <pc:sldMk cId="4285724986" sldId="275"/>
        </pc:sldMkLst>
        <pc:spChg chg="mod">
          <ac:chgData name="Jalen Tottress" userId="S::jtottres@students.kennesaw.edu::9b8bedd8-bbf4-4df7-85c7-a1d0517546db" providerId="AD" clId="Web-{4EAF6847-C23D-99ED-259A-EDA8FDE9FEA4}" dt="2026-02-25T03:18:21.480" v="1772" actId="20577"/>
          <ac:spMkLst>
            <pc:docMk/>
            <pc:sldMk cId="4285724986" sldId="275"/>
            <ac:spMk id="2" creationId="{A51C9792-147D-07CC-DD4A-2E74212B36DE}"/>
          </ac:spMkLst>
        </pc:spChg>
        <pc:picChg chg="mod">
          <ac:chgData name="Jalen Tottress" userId="S::jtottres@students.kennesaw.edu::9b8bedd8-bbf4-4df7-85c7-a1d0517546db" providerId="AD" clId="Web-{4EAF6847-C23D-99ED-259A-EDA8FDE9FEA4}" dt="2026-02-25T03:11:30.989" v="1341"/>
          <ac:picMkLst>
            <pc:docMk/>
            <pc:sldMk cId="4285724986" sldId="275"/>
            <ac:picMk id="3" creationId="{65999837-2A18-90BC-8A48-DCAC23384C97}"/>
          </ac:picMkLst>
        </pc:picChg>
        <pc:picChg chg="mod">
          <ac:chgData name="Jalen Tottress" userId="S::jtottres@students.kennesaw.edu::9b8bedd8-bbf4-4df7-85c7-a1d0517546db" providerId="AD" clId="Web-{4EAF6847-C23D-99ED-259A-EDA8FDE9FEA4}" dt="2026-02-25T03:11:37.395" v="1342"/>
          <ac:picMkLst>
            <pc:docMk/>
            <pc:sldMk cId="4285724986" sldId="275"/>
            <ac:picMk id="4" creationId="{FC6FC344-DF51-B453-2B02-72A96C04D138}"/>
          </ac:picMkLst>
        </pc:picChg>
      </pc:sldChg>
    </pc:docChg>
  </pc:docChgLst>
  <pc:docChgLst>
    <pc:chgData name="Giancarlos Hernandez Mendez" userId="S::gherna39@students.kennesaw.edu::6d1c9635-3454-48f9-b0f8-dbffbdbcbd51" providerId="AD" clId="Web-{1335D711-28A6-A57A-1769-6C813E60728C}"/>
    <pc:docChg chg="modSld">
      <pc:chgData name="Giancarlos Hernandez Mendez" userId="S::gherna39@students.kennesaw.edu::6d1c9635-3454-48f9-b0f8-dbffbdbcbd51" providerId="AD" clId="Web-{1335D711-28A6-A57A-1769-6C813E60728C}" dt="2026-02-25T03:12:20.207" v="287" actId="20577"/>
      <pc:docMkLst>
        <pc:docMk/>
      </pc:docMkLst>
      <pc:sldChg chg="addSp delSp modSp mod modShow">
        <pc:chgData name="Giancarlos Hernandez Mendez" userId="S::gherna39@students.kennesaw.edu::6d1c9635-3454-48f9-b0f8-dbffbdbcbd51" providerId="AD" clId="Web-{1335D711-28A6-A57A-1769-6C813E60728C}" dt="2026-02-25T02:40:58.678" v="8"/>
        <pc:sldMkLst>
          <pc:docMk/>
          <pc:sldMk cId="1625219078" sldId="260"/>
        </pc:sldMkLst>
        <pc:spChg chg="add del mod">
          <ac:chgData name="Giancarlos Hernandez Mendez" userId="S::gherna39@students.kennesaw.edu::6d1c9635-3454-48f9-b0f8-dbffbdbcbd51" providerId="AD" clId="Web-{1335D711-28A6-A57A-1769-6C813E60728C}" dt="2026-02-25T02:40:29.131" v="6"/>
          <ac:spMkLst>
            <pc:docMk/>
            <pc:sldMk cId="1625219078" sldId="260"/>
            <ac:spMk id="3" creationId="{FEB72079-9469-2D96-5DEB-09FEDBA46B0E}"/>
          </ac:spMkLst>
        </pc:spChg>
        <pc:spChg chg="add del">
          <ac:chgData name="Giancarlos Hernandez Mendez" userId="S::gherna39@students.kennesaw.edu::6d1c9635-3454-48f9-b0f8-dbffbdbcbd51" providerId="AD" clId="Web-{1335D711-28A6-A57A-1769-6C813E60728C}" dt="2026-02-25T02:40:58.678" v="8"/>
          <ac:spMkLst>
            <pc:docMk/>
            <pc:sldMk cId="1625219078" sldId="260"/>
            <ac:spMk id="4" creationId="{EF1DB41D-7221-0CFB-90FE-BCC8E6A3716B}"/>
          </ac:spMkLst>
        </pc:spChg>
      </pc:sldChg>
      <pc:sldChg chg="addSp delSp modSp mod modShow">
        <pc:chgData name="Giancarlos Hernandez Mendez" userId="S::gherna39@students.kennesaw.edu::6d1c9635-3454-48f9-b0f8-dbffbdbcbd51" providerId="AD" clId="Web-{1335D711-28A6-A57A-1769-6C813E60728C}" dt="2026-02-25T03:12:20.207" v="287" actId="20577"/>
        <pc:sldMkLst>
          <pc:docMk/>
          <pc:sldMk cId="2938569431" sldId="262"/>
        </pc:sldMkLst>
        <pc:spChg chg="add mod">
          <ac:chgData name="Giancarlos Hernandez Mendez" userId="S::gherna39@students.kennesaw.edu::6d1c9635-3454-48f9-b0f8-dbffbdbcbd51" providerId="AD" clId="Web-{1335D711-28A6-A57A-1769-6C813E60728C}" dt="2026-02-25T03:12:20.207" v="287" actId="20577"/>
          <ac:spMkLst>
            <pc:docMk/>
            <pc:sldMk cId="2938569431" sldId="262"/>
            <ac:spMk id="5" creationId="{A8616923-2986-F0C1-3854-FBFF0635E5E2}"/>
          </ac:spMkLst>
        </pc:spChg>
        <pc:spChg chg="add mod">
          <ac:chgData name="Giancarlos Hernandez Mendez" userId="S::gherna39@students.kennesaw.edu::6d1c9635-3454-48f9-b0f8-dbffbdbcbd51" providerId="AD" clId="Web-{1335D711-28A6-A57A-1769-6C813E60728C}" dt="2026-02-25T03:02:33.922" v="236" actId="20577"/>
          <ac:spMkLst>
            <pc:docMk/>
            <pc:sldMk cId="2938569431" sldId="262"/>
            <ac:spMk id="8" creationId="{C8B367C6-8356-E880-FACF-D22E932C89E8}"/>
          </ac:spMkLst>
        </pc:spChg>
        <pc:picChg chg="add del mod">
          <ac:chgData name="Giancarlos Hernandez Mendez" userId="S::gherna39@students.kennesaw.edu::6d1c9635-3454-48f9-b0f8-dbffbdbcbd51" providerId="AD" clId="Web-{1335D711-28A6-A57A-1769-6C813E60728C}" dt="2026-02-25T02:51:39.216" v="10"/>
          <ac:picMkLst>
            <pc:docMk/>
            <pc:sldMk cId="2938569431" sldId="262"/>
            <ac:picMk id="3" creationId="{CD5D5CDD-8A2C-6CBD-BC66-658EAA018103}"/>
          </ac:picMkLst>
        </pc:picChg>
        <pc:picChg chg="add mod">
          <ac:chgData name="Giancarlos Hernandez Mendez" userId="S::gherna39@students.kennesaw.edu::6d1c9635-3454-48f9-b0f8-dbffbdbcbd51" providerId="AD" clId="Web-{1335D711-28A6-A57A-1769-6C813E60728C}" dt="2026-02-25T02:54:10.140" v="29" actId="14100"/>
          <ac:picMkLst>
            <pc:docMk/>
            <pc:sldMk cId="2938569431" sldId="262"/>
            <ac:picMk id="4" creationId="{7A559E19-8032-E7DF-6209-F5C38E5909A5}"/>
          </ac:picMkLst>
        </pc:picChg>
        <pc:picChg chg="add mod">
          <ac:chgData name="Giancarlos Hernandez Mendez" userId="S::gherna39@students.kennesaw.edu::6d1c9635-3454-48f9-b0f8-dbffbdbcbd51" providerId="AD" clId="Web-{1335D711-28A6-A57A-1769-6C813E60728C}" dt="2026-02-25T02:54:51.500" v="30" actId="1076"/>
          <ac:picMkLst>
            <pc:docMk/>
            <pc:sldMk cId="2938569431" sldId="262"/>
            <ac:picMk id="6" creationId="{D9BE3A62-4EFE-2F56-EDD8-F2FDC39CE67B}"/>
          </ac:picMkLst>
        </pc:picChg>
        <pc:picChg chg="add del mod">
          <ac:chgData name="Giancarlos Hernandez Mendez" userId="S::gherna39@students.kennesaw.edu::6d1c9635-3454-48f9-b0f8-dbffbdbcbd51" providerId="AD" clId="Web-{1335D711-28A6-A57A-1769-6C813E60728C}" dt="2026-02-25T02:55:24.656" v="32"/>
          <ac:picMkLst>
            <pc:docMk/>
            <pc:sldMk cId="2938569431" sldId="262"/>
            <ac:picMk id="7" creationId="{EC311AEC-8760-FF14-6CD8-D78CD6031282}"/>
          </ac:picMkLst>
        </pc:picChg>
      </pc:sldChg>
    </pc:docChg>
  </pc:docChgLst>
  <pc:docChgLst>
    <pc:chgData clId="Web-{CD161C91-64C2-7F02-93C8-C87A6FA11FFB}"/>
    <pc:docChg chg="modSld">
      <pc:chgData name="" userId="" providerId="" clId="Web-{CD161C91-64C2-7F02-93C8-C87A6FA11FFB}" dt="2026-02-25T19:38:29.900" v="6" actId="20577"/>
      <pc:docMkLst>
        <pc:docMk/>
      </pc:docMkLst>
      <pc:sldChg chg="modSp">
        <pc:chgData name="" userId="" providerId="" clId="Web-{CD161C91-64C2-7F02-93C8-C87A6FA11FFB}" dt="2026-02-25T19:38:29.900" v="6" actId="20577"/>
        <pc:sldMkLst>
          <pc:docMk/>
          <pc:sldMk cId="2938569431" sldId="262"/>
        </pc:sldMkLst>
        <pc:spChg chg="mod">
          <ac:chgData name="" userId="" providerId="" clId="Web-{CD161C91-64C2-7F02-93C8-C87A6FA11FFB}" dt="2026-02-25T19:38:29.900" v="6" actId="20577"/>
          <ac:spMkLst>
            <pc:docMk/>
            <pc:sldMk cId="2938569431" sldId="262"/>
            <ac:spMk id="8" creationId="{C8B367C6-8356-E880-FACF-D22E932C89E8}"/>
          </ac:spMkLst>
        </pc:spChg>
      </pc:sldChg>
    </pc:docChg>
  </pc:docChgLst>
  <pc:docChgLst>
    <pc:chgData name="Julia Johnson" userId="S::jjoh1175@students.kennesaw.edu::bece193e-bc41-4e93-bd62-ef751322be5f" providerId="AD" clId="Web-{F8FEF57B-CC8F-3165-0F43-D2D5CB642F04}"/>
    <pc:docChg chg="modSld">
      <pc:chgData name="Julia Johnson" userId="S::jjoh1175@students.kennesaw.edu::bece193e-bc41-4e93-bd62-ef751322be5f" providerId="AD" clId="Web-{F8FEF57B-CC8F-3165-0F43-D2D5CB642F04}" dt="2026-02-25T20:21:04.448" v="20" actId="1076"/>
      <pc:docMkLst>
        <pc:docMk/>
      </pc:docMkLst>
      <pc:sldChg chg="addSp delSp modSp mod setBg addAnim delAnim">
        <pc:chgData name="Julia Johnson" userId="S::jjoh1175@students.kennesaw.edu::bece193e-bc41-4e93-bd62-ef751322be5f" providerId="AD" clId="Web-{F8FEF57B-CC8F-3165-0F43-D2D5CB642F04}" dt="2026-02-25T20:21:04.448" v="20" actId="1076"/>
        <pc:sldMkLst>
          <pc:docMk/>
          <pc:sldMk cId="1625219078" sldId="260"/>
        </pc:sldMkLst>
        <pc:spChg chg="mod">
          <ac:chgData name="Julia Johnson" userId="S::jjoh1175@students.kennesaw.edu::bece193e-bc41-4e93-bd62-ef751322be5f" providerId="AD" clId="Web-{F8FEF57B-CC8F-3165-0F43-D2D5CB642F04}" dt="2026-02-25T20:20:43.963" v="17" actId="20577"/>
          <ac:spMkLst>
            <pc:docMk/>
            <pc:sldMk cId="1625219078" sldId="260"/>
            <ac:spMk id="2" creationId="{033BA32C-5DE8-3A12-E667-1A897E44180D}"/>
          </ac:spMkLst>
        </pc:spChg>
        <pc:spChg chg="add">
          <ac:chgData name="Julia Johnson" userId="S::jjoh1175@students.kennesaw.edu::bece193e-bc41-4e93-bd62-ef751322be5f" providerId="AD" clId="Web-{F8FEF57B-CC8F-3165-0F43-D2D5CB642F04}" dt="2026-02-25T20:20:12.509" v="13"/>
          <ac:spMkLst>
            <pc:docMk/>
            <pc:sldMk cId="1625219078" sldId="260"/>
            <ac:spMk id="11" creationId="{19F9BF86-FE94-4517-B97D-026C7515E589}"/>
          </ac:spMkLst>
        </pc:spChg>
        <pc:picChg chg="add del mod">
          <ac:chgData name="Julia Johnson" userId="S::jjoh1175@students.kennesaw.edu::bece193e-bc41-4e93-bd62-ef751322be5f" providerId="AD" clId="Web-{F8FEF57B-CC8F-3165-0F43-D2D5CB642F04}" dt="2026-02-25T20:19:33.897" v="6"/>
          <ac:picMkLst>
            <pc:docMk/>
            <pc:sldMk cId="1625219078" sldId="260"/>
            <ac:picMk id="3" creationId="{F6E686BA-C19A-D56B-181C-E7D74C6DEC99}"/>
          </ac:picMkLst>
        </pc:picChg>
        <pc:picChg chg="add mod">
          <ac:chgData name="Julia Johnson" userId="S::jjoh1175@students.kennesaw.edu::bece193e-bc41-4e93-bd62-ef751322be5f" providerId="AD" clId="Web-{F8FEF57B-CC8F-3165-0F43-D2D5CB642F04}" dt="2026-02-25T20:21:04.448" v="20" actId="1076"/>
          <ac:picMkLst>
            <pc:docMk/>
            <pc:sldMk cId="1625219078" sldId="260"/>
            <ac:picMk id="4" creationId="{A5CBF44E-2BF9-A555-E754-36A8298CEB2A}"/>
          </ac:picMkLst>
        </pc:picChg>
        <pc:cxnChg chg="add">
          <ac:chgData name="Julia Johnson" userId="S::jjoh1175@students.kennesaw.edu::bece193e-bc41-4e93-bd62-ef751322be5f" providerId="AD" clId="Web-{F8FEF57B-CC8F-3165-0F43-D2D5CB642F04}" dt="2026-02-25T20:20:12.509" v="13"/>
          <ac:cxnSpMkLst>
            <pc:docMk/>
            <pc:sldMk cId="1625219078" sldId="260"/>
            <ac:cxnSpMk id="9" creationId="{118E06E4-607B-144B-382B-AD3D06B1EE8C}"/>
          </ac:cxnSpMkLst>
        </pc:cxnChg>
        <pc:cxnChg chg="add">
          <ac:chgData name="Julia Johnson" userId="S::jjoh1175@students.kennesaw.edu::bece193e-bc41-4e93-bd62-ef751322be5f" providerId="AD" clId="Web-{F8FEF57B-CC8F-3165-0F43-D2D5CB642F04}" dt="2026-02-25T20:20:12.509" v="13"/>
          <ac:cxnSpMkLst>
            <pc:docMk/>
            <pc:sldMk cId="1625219078" sldId="260"/>
            <ac:cxnSpMk id="13" creationId="{8CED01B4-40F2-4CAE-8062-1D4CE8454C35}"/>
          </ac:cxnSpMkLst>
        </pc:cxnChg>
      </pc:sldChg>
    </pc:docChg>
  </pc:docChgLst>
  <pc:docChgLst>
    <pc:chgData name="Giancarlos Hernandez Mendez" userId="S::gherna39@students.kennesaw.edu::6d1c9635-3454-48f9-b0f8-dbffbdbcbd51" providerId="AD" clId="Web-{40108BFA-6704-C21A-3BE7-538B9573F417}"/>
    <pc:docChg chg="addSld delSld modSld">
      <pc:chgData name="Giancarlos Hernandez Mendez" userId="S::gherna39@students.kennesaw.edu::6d1c9635-3454-48f9-b0f8-dbffbdbcbd51" providerId="AD" clId="Web-{40108BFA-6704-C21A-3BE7-538B9573F417}" dt="2026-02-25T07:19:59.549" v="1944" actId="20577"/>
      <pc:docMkLst>
        <pc:docMk/>
      </pc:docMkLst>
      <pc:sldChg chg="addSp modSp modNotes">
        <pc:chgData name="Giancarlos Hernandez Mendez" userId="S::gherna39@students.kennesaw.edu::6d1c9635-3454-48f9-b0f8-dbffbdbcbd51" providerId="AD" clId="Web-{40108BFA-6704-C21A-3BE7-538B9573F417}" dt="2026-02-25T06:01:57.148" v="1071" actId="1076"/>
        <pc:sldMkLst>
          <pc:docMk/>
          <pc:sldMk cId="505774054" sldId="261"/>
        </pc:sldMkLst>
        <pc:spChg chg="add mod">
          <ac:chgData name="Giancarlos Hernandez Mendez" userId="S::gherna39@students.kennesaw.edu::6d1c9635-3454-48f9-b0f8-dbffbdbcbd51" providerId="AD" clId="Web-{40108BFA-6704-C21A-3BE7-538B9573F417}" dt="2026-02-25T05:07:30.444" v="830" actId="1076"/>
          <ac:spMkLst>
            <pc:docMk/>
            <pc:sldMk cId="505774054" sldId="261"/>
            <ac:spMk id="3" creationId="{E6B3EB6E-311B-8571-7758-0D168B1B2928}"/>
          </ac:spMkLst>
        </pc:spChg>
        <pc:spChg chg="add mod">
          <ac:chgData name="Giancarlos Hernandez Mendez" userId="S::gherna39@students.kennesaw.edu::6d1c9635-3454-48f9-b0f8-dbffbdbcbd51" providerId="AD" clId="Web-{40108BFA-6704-C21A-3BE7-538B9573F417}" dt="2026-02-25T06:01:56.648" v="1070" actId="1076"/>
          <ac:spMkLst>
            <pc:docMk/>
            <pc:sldMk cId="505774054" sldId="261"/>
            <ac:spMk id="4" creationId="{A74BA9EE-CF38-C6F6-8A5D-193D2A2354F0}"/>
          </ac:spMkLst>
        </pc:spChg>
        <pc:picChg chg="add mod modCrop">
          <ac:chgData name="Giancarlos Hernandez Mendez" userId="S::gherna39@students.kennesaw.edu::6d1c9635-3454-48f9-b0f8-dbffbdbcbd51" providerId="AD" clId="Web-{40108BFA-6704-C21A-3BE7-538B9573F417}" dt="2026-02-25T06:01:57.148" v="1071" actId="1076"/>
          <ac:picMkLst>
            <pc:docMk/>
            <pc:sldMk cId="505774054" sldId="261"/>
            <ac:picMk id="5" creationId="{9809D731-EA6A-E8DE-26DB-092339C1D0F8}"/>
          </ac:picMkLst>
        </pc:picChg>
      </pc:sldChg>
      <pc:sldChg chg="modSp">
        <pc:chgData name="Giancarlos Hernandez Mendez" userId="S::gherna39@students.kennesaw.edu::6d1c9635-3454-48f9-b0f8-dbffbdbcbd51" providerId="AD" clId="Web-{40108BFA-6704-C21A-3BE7-538B9573F417}" dt="2026-02-25T07:19:59.549" v="1944" actId="20577"/>
        <pc:sldMkLst>
          <pc:docMk/>
          <pc:sldMk cId="2938569431" sldId="262"/>
        </pc:sldMkLst>
        <pc:spChg chg="mod">
          <ac:chgData name="Giancarlos Hernandez Mendez" userId="S::gherna39@students.kennesaw.edu::6d1c9635-3454-48f9-b0f8-dbffbdbcbd51" providerId="AD" clId="Web-{40108BFA-6704-C21A-3BE7-538B9573F417}" dt="2026-02-25T07:19:59.549" v="1944" actId="20577"/>
          <ac:spMkLst>
            <pc:docMk/>
            <pc:sldMk cId="2938569431" sldId="262"/>
            <ac:spMk id="5" creationId="{A8616923-2986-F0C1-3854-FBFF0635E5E2}"/>
          </ac:spMkLst>
        </pc:spChg>
        <pc:spChg chg="mod">
          <ac:chgData name="Giancarlos Hernandez Mendez" userId="S::gherna39@students.kennesaw.edu::6d1c9635-3454-48f9-b0f8-dbffbdbcbd51" providerId="AD" clId="Web-{40108BFA-6704-C21A-3BE7-538B9573F417}" dt="2026-02-25T07:18:50.048" v="1912" actId="1076"/>
          <ac:spMkLst>
            <pc:docMk/>
            <pc:sldMk cId="2938569431" sldId="262"/>
            <ac:spMk id="8" creationId="{C8B367C6-8356-E880-FACF-D22E932C89E8}"/>
          </ac:spMkLst>
        </pc:spChg>
        <pc:picChg chg="mod">
          <ac:chgData name="Giancarlos Hernandez Mendez" userId="S::gherna39@students.kennesaw.edu::6d1c9635-3454-48f9-b0f8-dbffbdbcbd51" providerId="AD" clId="Web-{40108BFA-6704-C21A-3BE7-538B9573F417}" dt="2026-02-25T07:19:16.705" v="1925" actId="1076"/>
          <ac:picMkLst>
            <pc:docMk/>
            <pc:sldMk cId="2938569431" sldId="262"/>
            <ac:picMk id="4" creationId="{7A559E19-8032-E7DF-6209-F5C38E5909A5}"/>
          </ac:picMkLst>
        </pc:picChg>
        <pc:picChg chg="mod">
          <ac:chgData name="Giancarlos Hernandez Mendez" userId="S::gherna39@students.kennesaw.edu::6d1c9635-3454-48f9-b0f8-dbffbdbcbd51" providerId="AD" clId="Web-{40108BFA-6704-C21A-3BE7-538B9573F417}" dt="2026-02-25T07:17:58.204" v="1834" actId="1076"/>
          <ac:picMkLst>
            <pc:docMk/>
            <pc:sldMk cId="2938569431" sldId="262"/>
            <ac:picMk id="6" creationId="{D9BE3A62-4EFE-2F56-EDD8-F2FDC39CE67B}"/>
          </ac:picMkLst>
        </pc:picChg>
      </pc:sldChg>
      <pc:sldChg chg="addSp delSp modSp">
        <pc:chgData name="Giancarlos Hernandez Mendez" userId="S::gherna39@students.kennesaw.edu::6d1c9635-3454-48f9-b0f8-dbffbdbcbd51" providerId="AD" clId="Web-{40108BFA-6704-C21A-3BE7-538B9573F417}" dt="2026-02-25T07:16:03.187" v="1811" actId="1076"/>
        <pc:sldMkLst>
          <pc:docMk/>
          <pc:sldMk cId="4149485863" sldId="272"/>
        </pc:sldMkLst>
        <pc:spChg chg="add mod">
          <ac:chgData name="Giancarlos Hernandez Mendez" userId="S::gherna39@students.kennesaw.edu::6d1c9635-3454-48f9-b0f8-dbffbdbcbd51" providerId="AD" clId="Web-{40108BFA-6704-C21A-3BE7-538B9573F417}" dt="2026-02-25T06:58:01.396" v="1384" actId="20577"/>
          <ac:spMkLst>
            <pc:docMk/>
            <pc:sldMk cId="4149485863" sldId="272"/>
            <ac:spMk id="3" creationId="{F462DE24-85B4-B640-F5E0-20E0C8E74A96}"/>
          </ac:spMkLst>
        </pc:spChg>
        <pc:spChg chg="add mod">
          <ac:chgData name="Giancarlos Hernandez Mendez" userId="S::gherna39@students.kennesaw.edu::6d1c9635-3454-48f9-b0f8-dbffbdbcbd51" providerId="AD" clId="Web-{40108BFA-6704-C21A-3BE7-538B9573F417}" dt="2026-02-25T07:05:26.979" v="1568" actId="20577"/>
          <ac:spMkLst>
            <pc:docMk/>
            <pc:sldMk cId="4149485863" sldId="272"/>
            <ac:spMk id="4" creationId="{2B282C5C-A7AA-F8D7-9E48-3230E0398BED}"/>
          </ac:spMkLst>
        </pc:spChg>
        <pc:spChg chg="add mod">
          <ac:chgData name="Giancarlos Hernandez Mendez" userId="S::gherna39@students.kennesaw.edu::6d1c9635-3454-48f9-b0f8-dbffbdbcbd51" providerId="AD" clId="Web-{40108BFA-6704-C21A-3BE7-538B9573F417}" dt="2026-02-25T07:12:52.558" v="1774" actId="20577"/>
          <ac:spMkLst>
            <pc:docMk/>
            <pc:sldMk cId="4149485863" sldId="272"/>
            <ac:spMk id="5" creationId="{F90CA9D9-6239-0F6F-FD88-6A7B765E4763}"/>
          </ac:spMkLst>
        </pc:spChg>
        <pc:spChg chg="add del">
          <ac:chgData name="Giancarlos Hernandez Mendez" userId="S::gherna39@students.kennesaw.edu::6d1c9635-3454-48f9-b0f8-dbffbdbcbd51" providerId="AD" clId="Web-{40108BFA-6704-C21A-3BE7-538B9573F417}" dt="2026-02-25T07:00:23.516" v="1410"/>
          <ac:spMkLst>
            <pc:docMk/>
            <pc:sldMk cId="4149485863" sldId="272"/>
            <ac:spMk id="6" creationId="{49047473-7B52-5AE0-550A-171D2A42F7C9}"/>
          </ac:spMkLst>
        </pc:spChg>
        <pc:spChg chg="add del">
          <ac:chgData name="Giancarlos Hernandez Mendez" userId="S::gherna39@students.kennesaw.edu::6d1c9635-3454-48f9-b0f8-dbffbdbcbd51" providerId="AD" clId="Web-{40108BFA-6704-C21A-3BE7-538B9573F417}" dt="2026-02-25T07:00:34.188" v="1412"/>
          <ac:spMkLst>
            <pc:docMk/>
            <pc:sldMk cId="4149485863" sldId="272"/>
            <ac:spMk id="7" creationId="{E64957E5-E071-17EC-7AB4-4F4231602A03}"/>
          </ac:spMkLst>
        </pc:spChg>
        <pc:spChg chg="add mod">
          <ac:chgData name="Giancarlos Hernandez Mendez" userId="S::gherna39@students.kennesaw.edu::6d1c9635-3454-48f9-b0f8-dbffbdbcbd51" providerId="AD" clId="Web-{40108BFA-6704-C21A-3BE7-538B9573F417}" dt="2026-02-25T07:16:03.187" v="1811" actId="1076"/>
          <ac:spMkLst>
            <pc:docMk/>
            <pc:sldMk cId="4149485863" sldId="272"/>
            <ac:spMk id="8" creationId="{6C260472-4231-2644-1B2D-708ABCAD8A61}"/>
          </ac:spMkLst>
        </pc:spChg>
      </pc:sldChg>
      <pc:sldChg chg="new del">
        <pc:chgData name="Giancarlos Hernandez Mendez" userId="S::gherna39@students.kennesaw.edu::6d1c9635-3454-48f9-b0f8-dbffbdbcbd51" providerId="AD" clId="Web-{40108BFA-6704-C21A-3BE7-538B9573F417}" dt="2026-02-25T05:52:27.594" v="1051"/>
        <pc:sldMkLst>
          <pc:docMk/>
          <pc:sldMk cId="179570346" sldId="277"/>
        </pc:sldMkLst>
      </pc:sldChg>
      <pc:sldChg chg="new del">
        <pc:chgData name="Giancarlos Hernandez Mendez" userId="S::gherna39@students.kennesaw.edu::6d1c9635-3454-48f9-b0f8-dbffbdbcbd51" providerId="AD" clId="Web-{40108BFA-6704-C21A-3BE7-538B9573F417}" dt="2026-02-25T05:52:39.329" v="1053"/>
        <pc:sldMkLst>
          <pc:docMk/>
          <pc:sldMk cId="726465499" sldId="277"/>
        </pc:sldMkLst>
      </pc:sldChg>
      <pc:sldChg chg="new del">
        <pc:chgData name="Giancarlos Hernandez Mendez" userId="S::gherna39@students.kennesaw.edu::6d1c9635-3454-48f9-b0f8-dbffbdbcbd51" providerId="AD" clId="Web-{40108BFA-6704-C21A-3BE7-538B9573F417}" dt="2026-02-25T05:52:27.141" v="1050"/>
        <pc:sldMkLst>
          <pc:docMk/>
          <pc:sldMk cId="3379363085" sldId="278"/>
        </pc:sldMkLst>
      </pc:sldChg>
      <pc:sldChg chg="new del">
        <pc:chgData name="Giancarlos Hernandez Mendez" userId="S::gherna39@students.kennesaw.edu::6d1c9635-3454-48f9-b0f8-dbffbdbcbd51" providerId="AD" clId="Web-{40108BFA-6704-C21A-3BE7-538B9573F417}" dt="2026-02-25T05:52:26.735" v="1049"/>
        <pc:sldMkLst>
          <pc:docMk/>
          <pc:sldMk cId="2511889665" sldId="279"/>
        </pc:sldMkLst>
      </pc:sldChg>
      <pc:sldChg chg="new del">
        <pc:chgData name="Giancarlos Hernandez Mendez" userId="S::gherna39@students.kennesaw.edu::6d1c9635-3454-48f9-b0f8-dbffbdbcbd51" providerId="AD" clId="Web-{40108BFA-6704-C21A-3BE7-538B9573F417}" dt="2026-02-25T05:52:26.250" v="1048"/>
        <pc:sldMkLst>
          <pc:docMk/>
          <pc:sldMk cId="3164222414" sldId="28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DA9277-EDF8-4DF3-8185-2742418B4CB4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92794AA-BC05-424D-BAD4-8BA769276C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Pricing</a:t>
          </a:r>
          <a:endParaRPr lang="en-US"/>
        </a:p>
      </dgm:t>
    </dgm:pt>
    <dgm:pt modelId="{F0D0BEB9-A8AF-4178-9FDF-8E48A15A2054}" type="parTrans" cxnId="{EB0F6664-A0A1-4250-8E5D-7C8BF985C958}">
      <dgm:prSet/>
      <dgm:spPr/>
      <dgm:t>
        <a:bodyPr/>
        <a:lstStyle/>
        <a:p>
          <a:endParaRPr lang="en-US"/>
        </a:p>
      </dgm:t>
    </dgm:pt>
    <dgm:pt modelId="{143B5121-61F3-475C-AB29-84A0E1580C3E}" type="sibTrans" cxnId="{EB0F6664-A0A1-4250-8E5D-7C8BF985C958}">
      <dgm:prSet/>
      <dgm:spPr/>
      <dgm:t>
        <a:bodyPr/>
        <a:lstStyle/>
        <a:p>
          <a:endParaRPr lang="en-US"/>
        </a:p>
      </dgm:t>
    </dgm:pt>
    <dgm:pt modelId="{239EA7A3-43A5-4903-8D13-E8DBA94E05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 Control board components cost ~$62</a:t>
          </a:r>
        </a:p>
      </dgm:t>
    </dgm:pt>
    <dgm:pt modelId="{69261FFC-43E6-4754-90A6-631976A2F279}" type="parTrans" cxnId="{43A484E1-4364-40BB-B47A-192A4FA72713}">
      <dgm:prSet/>
      <dgm:spPr/>
      <dgm:t>
        <a:bodyPr/>
        <a:lstStyle/>
        <a:p>
          <a:endParaRPr lang="en-US"/>
        </a:p>
      </dgm:t>
    </dgm:pt>
    <dgm:pt modelId="{B28D43B9-5C83-4622-B428-9D269E0E85B5}" type="sibTrans" cxnId="{43A484E1-4364-40BB-B47A-192A4FA72713}">
      <dgm:prSet/>
      <dgm:spPr/>
      <dgm:t>
        <a:bodyPr/>
        <a:lstStyle/>
        <a:p>
          <a:endParaRPr lang="en-US"/>
        </a:p>
      </dgm:t>
    </dgm:pt>
    <dgm:pt modelId="{7F42928F-B3FF-47C1-90E7-F8DDA314B2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 Electrode board components cost ~$122</a:t>
          </a:r>
        </a:p>
      </dgm:t>
    </dgm:pt>
    <dgm:pt modelId="{18615552-C223-424C-9C7A-36E0A93E04F2}" type="parTrans" cxnId="{02F51AD6-9B19-4E61-957E-1076FB71E90A}">
      <dgm:prSet/>
      <dgm:spPr/>
      <dgm:t>
        <a:bodyPr/>
        <a:lstStyle/>
        <a:p>
          <a:endParaRPr lang="en-US"/>
        </a:p>
      </dgm:t>
    </dgm:pt>
    <dgm:pt modelId="{B659C3E7-26DF-4148-8C4E-DE302C461600}" type="sibTrans" cxnId="{02F51AD6-9B19-4E61-957E-1076FB71E90A}">
      <dgm:prSet/>
      <dgm:spPr/>
      <dgm:t>
        <a:bodyPr/>
        <a:lstStyle/>
        <a:p>
          <a:endParaRPr lang="en-US"/>
        </a:p>
      </dgm:t>
    </dgm:pt>
    <dgm:pt modelId="{B056F2A3-7C6F-473D-971D-909DC8527E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Learning 3D Modeling</a:t>
          </a:r>
          <a:endParaRPr lang="en-US"/>
        </a:p>
      </dgm:t>
    </dgm:pt>
    <dgm:pt modelId="{419A9688-818E-426D-AF5B-EDB835470443}" type="parTrans" cxnId="{4582D058-7721-44D8-8701-AEB6A86ACFF6}">
      <dgm:prSet/>
      <dgm:spPr/>
      <dgm:t>
        <a:bodyPr/>
        <a:lstStyle/>
        <a:p>
          <a:endParaRPr lang="en-US"/>
        </a:p>
      </dgm:t>
    </dgm:pt>
    <dgm:pt modelId="{4CD53F4C-8BC4-413E-8FD8-F8868F5AFF42}" type="sibTrans" cxnId="{4582D058-7721-44D8-8701-AEB6A86ACFF6}">
      <dgm:prSet/>
      <dgm:spPr/>
      <dgm:t>
        <a:bodyPr/>
        <a:lstStyle/>
        <a:p>
          <a:endParaRPr lang="en-US"/>
        </a:p>
      </dgm:t>
    </dgm:pt>
    <dgm:pt modelId="{52DF9829-4956-48D8-9963-B4D115EF8D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Basic box and lid design is complete</a:t>
          </a:r>
        </a:p>
      </dgm:t>
    </dgm:pt>
    <dgm:pt modelId="{4F6EF24E-8CE9-4A3C-BDE0-98308BBDE216}" type="parTrans" cxnId="{C47B6CB9-9CB4-4050-9AC4-FECB8377B258}">
      <dgm:prSet/>
      <dgm:spPr/>
      <dgm:t>
        <a:bodyPr/>
        <a:lstStyle/>
        <a:p>
          <a:endParaRPr lang="en-US"/>
        </a:p>
      </dgm:t>
    </dgm:pt>
    <dgm:pt modelId="{7443AF5C-4403-4724-9016-C40CD4FBF5CA}" type="sibTrans" cxnId="{C47B6CB9-9CB4-4050-9AC4-FECB8377B258}">
      <dgm:prSet/>
      <dgm:spPr/>
      <dgm:t>
        <a:bodyPr/>
        <a:lstStyle/>
        <a:p>
          <a:endParaRPr lang="en-US"/>
        </a:p>
      </dgm:t>
    </dgm:pt>
    <dgm:pt modelId="{7A00DAC5-07A7-4FA8-B2F6-365839E0DD03}">
      <dgm:prSet/>
      <dgm:spPr/>
      <dgm:t>
        <a:bodyPr/>
        <a:lstStyle/>
        <a:p>
          <a:r>
            <a:rPr lang="en-US"/>
            <a:t>However, some parts (the base) is sticking out. Need to learn how to get rid of this.</a:t>
          </a:r>
        </a:p>
      </dgm:t>
    </dgm:pt>
    <dgm:pt modelId="{D03BEB4A-7C19-4ECE-A0BE-C2CB496048C6}" type="parTrans" cxnId="{DADFCC97-CD45-48DD-A73F-D647CCA28E35}">
      <dgm:prSet/>
      <dgm:spPr/>
      <dgm:t>
        <a:bodyPr/>
        <a:lstStyle/>
        <a:p>
          <a:endParaRPr lang="en-US"/>
        </a:p>
      </dgm:t>
    </dgm:pt>
    <dgm:pt modelId="{D53875C6-DA9C-44D2-8678-A03B5980BFCD}" type="sibTrans" cxnId="{DADFCC97-CD45-48DD-A73F-D647CCA28E35}">
      <dgm:prSet/>
      <dgm:spPr/>
      <dgm:t>
        <a:bodyPr/>
        <a:lstStyle/>
        <a:p>
          <a:endParaRPr lang="en-US"/>
        </a:p>
      </dgm:t>
    </dgm:pt>
    <dgm:pt modelId="{01A364E8-6B8D-418E-A02A-8D509881ED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to make cut-outs for the cables and electrodes</a:t>
          </a:r>
        </a:p>
      </dgm:t>
    </dgm:pt>
    <dgm:pt modelId="{E2AAEC97-B466-4348-949B-2C33A0A36F81}" type="parTrans" cxnId="{7C60ADB6-FAE7-4F1B-AF12-812C003A7DCC}">
      <dgm:prSet/>
      <dgm:spPr/>
      <dgm:t>
        <a:bodyPr/>
        <a:lstStyle/>
        <a:p>
          <a:endParaRPr lang="en-US"/>
        </a:p>
      </dgm:t>
    </dgm:pt>
    <dgm:pt modelId="{2EA0EBDC-C6BB-4C01-A362-6386EA507889}" type="sibTrans" cxnId="{7C60ADB6-FAE7-4F1B-AF12-812C003A7DCC}">
      <dgm:prSet/>
      <dgm:spPr/>
      <dgm:t>
        <a:bodyPr/>
        <a:lstStyle/>
        <a:p>
          <a:endParaRPr lang="en-US"/>
        </a:p>
      </dgm:t>
    </dgm:pt>
    <dgm:pt modelId="{A5229401-C67A-462A-ADC5-936C5453A7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Potentially have some creative design choice (Ex. team name on the enclosure)</a:t>
          </a:r>
        </a:p>
      </dgm:t>
    </dgm:pt>
    <dgm:pt modelId="{C5B120AE-A50E-4419-A2DC-AB124F2C33D2}" type="parTrans" cxnId="{BEF4765D-8754-4558-B0FC-39A61DD03278}">
      <dgm:prSet/>
      <dgm:spPr/>
      <dgm:t>
        <a:bodyPr/>
        <a:lstStyle/>
        <a:p>
          <a:endParaRPr lang="en-US"/>
        </a:p>
      </dgm:t>
    </dgm:pt>
    <dgm:pt modelId="{0C9FF717-C757-482B-B0AF-61CA3DAA8E2F}" type="sibTrans" cxnId="{BEF4765D-8754-4558-B0FC-39A61DD03278}">
      <dgm:prSet/>
      <dgm:spPr/>
      <dgm:t>
        <a:bodyPr/>
        <a:lstStyle/>
        <a:p>
          <a:endParaRPr lang="en-US"/>
        </a:p>
      </dgm:t>
    </dgm:pt>
    <dgm:pt modelId="{DD2C8873-35D9-4E36-AB81-322D4233B4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Connectivity</a:t>
          </a:r>
          <a:endParaRPr lang="en-US"/>
        </a:p>
      </dgm:t>
    </dgm:pt>
    <dgm:pt modelId="{36E5F6CF-2F57-42AA-988F-4F62FEFECC16}" type="parTrans" cxnId="{E9605AF7-563A-4D42-BD0F-A7432EE2FFD0}">
      <dgm:prSet/>
      <dgm:spPr/>
      <dgm:t>
        <a:bodyPr/>
        <a:lstStyle/>
        <a:p>
          <a:endParaRPr lang="en-US"/>
        </a:p>
      </dgm:t>
    </dgm:pt>
    <dgm:pt modelId="{8FCD7E4B-B087-44D7-A827-6CA9A1031CD6}" type="sibTrans" cxnId="{E9605AF7-563A-4D42-BD0F-A7432EE2FFD0}">
      <dgm:prSet/>
      <dgm:spPr/>
      <dgm:t>
        <a:bodyPr/>
        <a:lstStyle/>
        <a:p>
          <a:endParaRPr lang="en-US"/>
        </a:p>
      </dgm:t>
    </dgm:pt>
    <dgm:pt modelId="{DB43269F-AB32-42B9-9153-49FF49BFA4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Electrode Boards will all be daisy chained together then connected to the Control board</a:t>
          </a:r>
        </a:p>
      </dgm:t>
    </dgm:pt>
    <dgm:pt modelId="{78DADBBD-BA5B-4195-969B-03A6DE11E7E7}" type="parTrans" cxnId="{F2FA6664-C34D-4978-B65F-34A08D72F835}">
      <dgm:prSet/>
      <dgm:spPr/>
      <dgm:t>
        <a:bodyPr/>
        <a:lstStyle/>
        <a:p>
          <a:endParaRPr lang="en-US"/>
        </a:p>
      </dgm:t>
    </dgm:pt>
    <dgm:pt modelId="{1A510DC7-101C-45FD-9DF2-C57B81156EF7}" type="sibTrans" cxnId="{F2FA6664-C34D-4978-B65F-34A08D72F835}">
      <dgm:prSet/>
      <dgm:spPr/>
      <dgm:t>
        <a:bodyPr/>
        <a:lstStyle/>
        <a:p>
          <a:endParaRPr lang="en-US"/>
        </a:p>
      </dgm:t>
    </dgm:pt>
    <dgm:pt modelId="{268D3E50-31FA-4D92-BF20-ACC18CDA17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FFC Cables</a:t>
          </a:r>
        </a:p>
      </dgm:t>
    </dgm:pt>
    <dgm:pt modelId="{61F0DE15-9490-4B50-9A8F-1F6149A5290A}" type="parTrans" cxnId="{8FEDF67C-1092-46DA-B46B-C4D5C8B3F130}">
      <dgm:prSet/>
      <dgm:spPr/>
      <dgm:t>
        <a:bodyPr/>
        <a:lstStyle/>
        <a:p>
          <a:endParaRPr lang="en-US"/>
        </a:p>
      </dgm:t>
    </dgm:pt>
    <dgm:pt modelId="{52E16C09-2201-4340-A4C3-34B453046F7C}" type="sibTrans" cxnId="{8FEDF67C-1092-46DA-B46B-C4D5C8B3F130}">
      <dgm:prSet/>
      <dgm:spPr/>
      <dgm:t>
        <a:bodyPr/>
        <a:lstStyle/>
        <a:p>
          <a:endParaRPr lang="en-US"/>
        </a:p>
      </dgm:t>
    </dgm:pt>
    <dgm:pt modelId="{66F97F8A-1379-40F5-B7F6-162B30B11C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buying 5 electrode boards, but the goal is for the final design to have no more than 2 electrode boards in the system</a:t>
          </a:r>
        </a:p>
      </dgm:t>
    </dgm:pt>
    <dgm:pt modelId="{197FF0CA-D565-4651-90C6-6C12654CCFC9}" type="parTrans" cxnId="{4D223581-D418-4109-91A9-83311279425E}">
      <dgm:prSet/>
      <dgm:spPr/>
      <dgm:t>
        <a:bodyPr/>
        <a:lstStyle/>
        <a:p>
          <a:endParaRPr lang="en-US"/>
        </a:p>
      </dgm:t>
    </dgm:pt>
    <dgm:pt modelId="{F849A8B0-773D-49B4-BA15-E3EF49AF3864}" type="sibTrans" cxnId="{4D223581-D418-4109-91A9-83311279425E}">
      <dgm:prSet/>
      <dgm:spPr/>
      <dgm:t>
        <a:bodyPr/>
        <a:lstStyle/>
        <a:p>
          <a:endParaRPr lang="en-US"/>
        </a:p>
      </dgm:t>
    </dgm:pt>
    <dgm:pt modelId="{A7D46941-43AA-40C3-A1A8-CD49FD1807D2}" type="pres">
      <dgm:prSet presAssocID="{2DDA9277-EDF8-4DF3-8185-2742418B4CB4}" presName="root" presStyleCnt="0">
        <dgm:presLayoutVars>
          <dgm:dir/>
          <dgm:resizeHandles val="exact"/>
        </dgm:presLayoutVars>
      </dgm:prSet>
      <dgm:spPr/>
    </dgm:pt>
    <dgm:pt modelId="{4C99B659-3044-4A19-A869-B107D7671E02}" type="pres">
      <dgm:prSet presAssocID="{B92794AA-BC05-424D-BAD4-8BA769276CBB}" presName="compNode" presStyleCnt="0"/>
      <dgm:spPr/>
    </dgm:pt>
    <dgm:pt modelId="{B6BD6AA8-8F93-45AA-BFDE-AFB2581EC7CD}" type="pres">
      <dgm:prSet presAssocID="{B92794AA-BC05-424D-BAD4-8BA769276C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FBFB41E-FEA2-4FE4-B282-3CCB3F960380}" type="pres">
      <dgm:prSet presAssocID="{B92794AA-BC05-424D-BAD4-8BA769276CBB}" presName="iconSpace" presStyleCnt="0"/>
      <dgm:spPr/>
    </dgm:pt>
    <dgm:pt modelId="{127ABFF5-F8A0-49F1-B8D5-56351C7879CD}" type="pres">
      <dgm:prSet presAssocID="{B92794AA-BC05-424D-BAD4-8BA769276CBB}" presName="parTx" presStyleLbl="revTx" presStyleIdx="0" presStyleCnt="6">
        <dgm:presLayoutVars>
          <dgm:chMax val="0"/>
          <dgm:chPref val="0"/>
        </dgm:presLayoutVars>
      </dgm:prSet>
      <dgm:spPr/>
    </dgm:pt>
    <dgm:pt modelId="{6BA31C46-B774-443A-BD16-28C455674296}" type="pres">
      <dgm:prSet presAssocID="{B92794AA-BC05-424D-BAD4-8BA769276CBB}" presName="txSpace" presStyleCnt="0"/>
      <dgm:spPr/>
    </dgm:pt>
    <dgm:pt modelId="{8748204E-1A4B-41E2-A61B-78533251F7FF}" type="pres">
      <dgm:prSet presAssocID="{B92794AA-BC05-424D-BAD4-8BA769276CBB}" presName="desTx" presStyleLbl="revTx" presStyleIdx="1" presStyleCnt="6">
        <dgm:presLayoutVars/>
      </dgm:prSet>
      <dgm:spPr/>
    </dgm:pt>
    <dgm:pt modelId="{8D402770-19B5-467F-B312-DD7476E7BF03}" type="pres">
      <dgm:prSet presAssocID="{143B5121-61F3-475C-AB29-84A0E1580C3E}" presName="sibTrans" presStyleCnt="0"/>
      <dgm:spPr/>
    </dgm:pt>
    <dgm:pt modelId="{7C11533F-EE35-4440-84E9-115DF7BCD5A9}" type="pres">
      <dgm:prSet presAssocID="{B056F2A3-7C6F-473D-971D-909DC8527E57}" presName="compNode" presStyleCnt="0"/>
      <dgm:spPr/>
    </dgm:pt>
    <dgm:pt modelId="{19FD8CF7-3DFA-4206-8A71-F78BB9C01811}" type="pres">
      <dgm:prSet presAssocID="{B056F2A3-7C6F-473D-971D-909DC8527E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CAFCEC1-895F-47E7-A3DE-A7554AEB7F09}" type="pres">
      <dgm:prSet presAssocID="{B056F2A3-7C6F-473D-971D-909DC8527E57}" presName="iconSpace" presStyleCnt="0"/>
      <dgm:spPr/>
    </dgm:pt>
    <dgm:pt modelId="{5ABA88AA-1BA8-407A-A31B-A95944F57482}" type="pres">
      <dgm:prSet presAssocID="{B056F2A3-7C6F-473D-971D-909DC8527E57}" presName="parTx" presStyleLbl="revTx" presStyleIdx="2" presStyleCnt="6">
        <dgm:presLayoutVars>
          <dgm:chMax val="0"/>
          <dgm:chPref val="0"/>
        </dgm:presLayoutVars>
      </dgm:prSet>
      <dgm:spPr/>
    </dgm:pt>
    <dgm:pt modelId="{3D542F1F-5966-4916-B63B-B5B81F2E070B}" type="pres">
      <dgm:prSet presAssocID="{B056F2A3-7C6F-473D-971D-909DC8527E57}" presName="txSpace" presStyleCnt="0"/>
      <dgm:spPr/>
    </dgm:pt>
    <dgm:pt modelId="{EF0E15CD-34C3-4EAA-823A-60792424AADF}" type="pres">
      <dgm:prSet presAssocID="{B056F2A3-7C6F-473D-971D-909DC8527E57}" presName="desTx" presStyleLbl="revTx" presStyleIdx="3" presStyleCnt="6">
        <dgm:presLayoutVars/>
      </dgm:prSet>
      <dgm:spPr/>
    </dgm:pt>
    <dgm:pt modelId="{2A89E5A3-C031-466D-8B02-700AFAB8611F}" type="pres">
      <dgm:prSet presAssocID="{4CD53F4C-8BC4-413E-8FD8-F8868F5AFF42}" presName="sibTrans" presStyleCnt="0"/>
      <dgm:spPr/>
    </dgm:pt>
    <dgm:pt modelId="{CF2A86EE-2D27-46AE-96FE-63B8A9012447}" type="pres">
      <dgm:prSet presAssocID="{DD2C8873-35D9-4E36-AB81-322D4233B422}" presName="compNode" presStyleCnt="0"/>
      <dgm:spPr/>
    </dgm:pt>
    <dgm:pt modelId="{34B29A6C-0E3C-4742-90A7-EC0296609F05}" type="pres">
      <dgm:prSet presAssocID="{DD2C8873-35D9-4E36-AB81-322D4233B4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2DAEDB3-761E-42C6-BA6C-0671A621FA8E}" type="pres">
      <dgm:prSet presAssocID="{DD2C8873-35D9-4E36-AB81-322D4233B422}" presName="iconSpace" presStyleCnt="0"/>
      <dgm:spPr/>
    </dgm:pt>
    <dgm:pt modelId="{90AE9F5C-0219-45BA-B9ED-B6320C55C967}" type="pres">
      <dgm:prSet presAssocID="{DD2C8873-35D9-4E36-AB81-322D4233B422}" presName="parTx" presStyleLbl="revTx" presStyleIdx="4" presStyleCnt="6">
        <dgm:presLayoutVars>
          <dgm:chMax val="0"/>
          <dgm:chPref val="0"/>
        </dgm:presLayoutVars>
      </dgm:prSet>
      <dgm:spPr/>
    </dgm:pt>
    <dgm:pt modelId="{BF1E9FE1-9BEA-4EF7-B0BE-3FDC85FA1F59}" type="pres">
      <dgm:prSet presAssocID="{DD2C8873-35D9-4E36-AB81-322D4233B422}" presName="txSpace" presStyleCnt="0"/>
      <dgm:spPr/>
    </dgm:pt>
    <dgm:pt modelId="{5866454B-B33B-40B5-9682-0ABD1CD6E0B3}" type="pres">
      <dgm:prSet presAssocID="{DD2C8873-35D9-4E36-AB81-322D4233B422}" presName="desTx" presStyleLbl="revTx" presStyleIdx="5" presStyleCnt="6">
        <dgm:presLayoutVars/>
      </dgm:prSet>
      <dgm:spPr/>
    </dgm:pt>
  </dgm:ptLst>
  <dgm:cxnLst>
    <dgm:cxn modelId="{8C721809-D650-42B7-90EE-FD7116FD63A0}" type="presOf" srcId="{DB43269F-AB32-42B9-9153-49FF49BFA4D4}" destId="{5866454B-B33B-40B5-9682-0ABD1CD6E0B3}" srcOrd="0" destOrd="0" presId="urn:microsoft.com/office/officeart/2018/5/layout/CenteredIconLabelDescriptionList"/>
    <dgm:cxn modelId="{D8CCDD23-9EB5-4246-93A7-F6672F027B37}" type="presOf" srcId="{B056F2A3-7C6F-473D-971D-909DC8527E57}" destId="{5ABA88AA-1BA8-407A-A31B-A95944F57482}" srcOrd="0" destOrd="0" presId="urn:microsoft.com/office/officeart/2018/5/layout/CenteredIconLabelDescriptionList"/>
    <dgm:cxn modelId="{C9206224-5810-425A-85E4-FA2B23B00B41}" type="presOf" srcId="{01A364E8-6B8D-418E-A02A-8D509881EDEA}" destId="{EF0E15CD-34C3-4EAA-823A-60792424AADF}" srcOrd="0" destOrd="2" presId="urn:microsoft.com/office/officeart/2018/5/layout/CenteredIconLabelDescriptionList"/>
    <dgm:cxn modelId="{9D561B34-03A6-4579-AC9B-CE974E978315}" type="presOf" srcId="{66F97F8A-1379-40F5-B7F6-162B30B11CBF}" destId="{5866454B-B33B-40B5-9682-0ABD1CD6E0B3}" srcOrd="0" destOrd="2" presId="urn:microsoft.com/office/officeart/2018/5/layout/CenteredIconLabelDescriptionList"/>
    <dgm:cxn modelId="{6F4EA65C-6154-427A-8D1A-00F2ECDFAE5F}" type="presOf" srcId="{7A00DAC5-07A7-4FA8-B2F6-365839E0DD03}" destId="{EF0E15CD-34C3-4EAA-823A-60792424AADF}" srcOrd="0" destOrd="1" presId="urn:microsoft.com/office/officeart/2018/5/layout/CenteredIconLabelDescriptionList"/>
    <dgm:cxn modelId="{BEF4765D-8754-4558-B0FC-39A61DD03278}" srcId="{B056F2A3-7C6F-473D-971D-909DC8527E57}" destId="{A5229401-C67A-462A-ADC5-936C5453A71A}" srcOrd="2" destOrd="0" parTransId="{C5B120AE-A50E-4419-A2DC-AB124F2C33D2}" sibTransId="{0C9FF717-C757-482B-B0AF-61CA3DAA8E2F}"/>
    <dgm:cxn modelId="{EB0F6664-A0A1-4250-8E5D-7C8BF985C958}" srcId="{2DDA9277-EDF8-4DF3-8185-2742418B4CB4}" destId="{B92794AA-BC05-424D-BAD4-8BA769276CBB}" srcOrd="0" destOrd="0" parTransId="{F0D0BEB9-A8AF-4178-9FDF-8E48A15A2054}" sibTransId="{143B5121-61F3-475C-AB29-84A0E1580C3E}"/>
    <dgm:cxn modelId="{F2FA6664-C34D-4978-B65F-34A08D72F835}" srcId="{DD2C8873-35D9-4E36-AB81-322D4233B422}" destId="{DB43269F-AB32-42B9-9153-49FF49BFA4D4}" srcOrd="0" destOrd="0" parTransId="{78DADBBD-BA5B-4195-969B-03A6DE11E7E7}" sibTransId="{1A510DC7-101C-45FD-9DF2-C57B81156EF7}"/>
    <dgm:cxn modelId="{4582D058-7721-44D8-8701-AEB6A86ACFF6}" srcId="{2DDA9277-EDF8-4DF3-8185-2742418B4CB4}" destId="{B056F2A3-7C6F-473D-971D-909DC8527E57}" srcOrd="1" destOrd="0" parTransId="{419A9688-818E-426D-AF5B-EDB835470443}" sibTransId="{4CD53F4C-8BC4-413E-8FD8-F8868F5AFF42}"/>
    <dgm:cxn modelId="{B3266379-C54A-4552-AE6D-4041EE646808}" type="presOf" srcId="{52DF9829-4956-48D8-9963-B4D115EF8D3F}" destId="{EF0E15CD-34C3-4EAA-823A-60792424AADF}" srcOrd="0" destOrd="0" presId="urn:microsoft.com/office/officeart/2018/5/layout/CenteredIconLabelDescriptionList"/>
    <dgm:cxn modelId="{8FEDF67C-1092-46DA-B46B-C4D5C8B3F130}" srcId="{DD2C8873-35D9-4E36-AB81-322D4233B422}" destId="{268D3E50-31FA-4D92-BF20-ACC18CDA17CE}" srcOrd="1" destOrd="0" parTransId="{61F0DE15-9490-4B50-9A8F-1F6149A5290A}" sibTransId="{52E16C09-2201-4340-A4C3-34B453046F7C}"/>
    <dgm:cxn modelId="{4D223581-D418-4109-91A9-83311279425E}" srcId="{DD2C8873-35D9-4E36-AB81-322D4233B422}" destId="{66F97F8A-1379-40F5-B7F6-162B30B11CBF}" srcOrd="2" destOrd="0" parTransId="{197FF0CA-D565-4651-90C6-6C12654CCFC9}" sibTransId="{F849A8B0-773D-49B4-BA15-E3EF49AF3864}"/>
    <dgm:cxn modelId="{37259F8A-D3CF-4CF6-9F6B-483E78070839}" type="presOf" srcId="{B92794AA-BC05-424D-BAD4-8BA769276CBB}" destId="{127ABFF5-F8A0-49F1-B8D5-56351C7879CD}" srcOrd="0" destOrd="0" presId="urn:microsoft.com/office/officeart/2018/5/layout/CenteredIconLabelDescriptionList"/>
    <dgm:cxn modelId="{04260593-6D83-4D7A-BD5E-9D87D667FD95}" type="presOf" srcId="{DD2C8873-35D9-4E36-AB81-322D4233B422}" destId="{90AE9F5C-0219-45BA-B9ED-B6320C55C967}" srcOrd="0" destOrd="0" presId="urn:microsoft.com/office/officeart/2018/5/layout/CenteredIconLabelDescriptionList"/>
    <dgm:cxn modelId="{DADFCC97-CD45-48DD-A73F-D647CCA28E35}" srcId="{52DF9829-4956-48D8-9963-B4D115EF8D3F}" destId="{7A00DAC5-07A7-4FA8-B2F6-365839E0DD03}" srcOrd="0" destOrd="0" parTransId="{D03BEB4A-7C19-4ECE-A0BE-C2CB496048C6}" sibTransId="{D53875C6-DA9C-44D2-8678-A03B5980BFCD}"/>
    <dgm:cxn modelId="{FBDCC29D-E953-4EB9-9D98-E6495FCFEFAC}" type="presOf" srcId="{268D3E50-31FA-4D92-BF20-ACC18CDA17CE}" destId="{5866454B-B33B-40B5-9682-0ABD1CD6E0B3}" srcOrd="0" destOrd="1" presId="urn:microsoft.com/office/officeart/2018/5/layout/CenteredIconLabelDescriptionList"/>
    <dgm:cxn modelId="{C818C3AB-F6AE-44F5-968B-9F334DAF86BF}" type="presOf" srcId="{A5229401-C67A-462A-ADC5-936C5453A71A}" destId="{EF0E15CD-34C3-4EAA-823A-60792424AADF}" srcOrd="0" destOrd="3" presId="urn:microsoft.com/office/officeart/2018/5/layout/CenteredIconLabelDescriptionList"/>
    <dgm:cxn modelId="{F5B38CAC-B7CF-4D8D-8834-F539111E00B2}" type="presOf" srcId="{7F42928F-B3FF-47C1-90E7-F8DDA314B237}" destId="{8748204E-1A4B-41E2-A61B-78533251F7FF}" srcOrd="0" destOrd="1" presId="urn:microsoft.com/office/officeart/2018/5/layout/CenteredIconLabelDescriptionList"/>
    <dgm:cxn modelId="{7C60ADB6-FAE7-4F1B-AF12-812C003A7DCC}" srcId="{B056F2A3-7C6F-473D-971D-909DC8527E57}" destId="{01A364E8-6B8D-418E-A02A-8D509881EDEA}" srcOrd="1" destOrd="0" parTransId="{E2AAEC97-B466-4348-949B-2C33A0A36F81}" sibTransId="{2EA0EBDC-C6BB-4C01-A362-6386EA507889}"/>
    <dgm:cxn modelId="{C47B6CB9-9CB4-4050-9AC4-FECB8377B258}" srcId="{B056F2A3-7C6F-473D-971D-909DC8527E57}" destId="{52DF9829-4956-48D8-9963-B4D115EF8D3F}" srcOrd="0" destOrd="0" parTransId="{4F6EF24E-8CE9-4A3C-BDE0-98308BBDE216}" sibTransId="{7443AF5C-4403-4724-9016-C40CD4FBF5CA}"/>
    <dgm:cxn modelId="{EB9488C2-8994-4FB7-BD97-39411B202AAE}" type="presOf" srcId="{2DDA9277-EDF8-4DF3-8185-2742418B4CB4}" destId="{A7D46941-43AA-40C3-A1A8-CD49FD1807D2}" srcOrd="0" destOrd="0" presId="urn:microsoft.com/office/officeart/2018/5/layout/CenteredIconLabelDescriptionList"/>
    <dgm:cxn modelId="{02F51AD6-9B19-4E61-957E-1076FB71E90A}" srcId="{B92794AA-BC05-424D-BAD4-8BA769276CBB}" destId="{7F42928F-B3FF-47C1-90E7-F8DDA314B237}" srcOrd="1" destOrd="0" parTransId="{18615552-C223-424C-9C7A-36E0A93E04F2}" sibTransId="{B659C3E7-26DF-4148-8C4E-DE302C461600}"/>
    <dgm:cxn modelId="{942AC9DC-F5E4-4E6F-93E4-C97BD5BD86FC}" type="presOf" srcId="{239EA7A3-43A5-4903-8D13-E8DBA94E052D}" destId="{8748204E-1A4B-41E2-A61B-78533251F7FF}" srcOrd="0" destOrd="0" presId="urn:microsoft.com/office/officeart/2018/5/layout/CenteredIconLabelDescriptionList"/>
    <dgm:cxn modelId="{43A484E1-4364-40BB-B47A-192A4FA72713}" srcId="{B92794AA-BC05-424D-BAD4-8BA769276CBB}" destId="{239EA7A3-43A5-4903-8D13-E8DBA94E052D}" srcOrd="0" destOrd="0" parTransId="{69261FFC-43E6-4754-90A6-631976A2F279}" sibTransId="{B28D43B9-5C83-4622-B428-9D269E0E85B5}"/>
    <dgm:cxn modelId="{E9605AF7-563A-4D42-BD0F-A7432EE2FFD0}" srcId="{2DDA9277-EDF8-4DF3-8185-2742418B4CB4}" destId="{DD2C8873-35D9-4E36-AB81-322D4233B422}" srcOrd="2" destOrd="0" parTransId="{36E5F6CF-2F57-42AA-988F-4F62FEFECC16}" sibTransId="{8FCD7E4B-B087-44D7-A827-6CA9A1031CD6}"/>
    <dgm:cxn modelId="{E21F0C33-837D-4CA0-9FF0-E4670F2255BE}" type="presParOf" srcId="{A7D46941-43AA-40C3-A1A8-CD49FD1807D2}" destId="{4C99B659-3044-4A19-A869-B107D7671E02}" srcOrd="0" destOrd="0" presId="urn:microsoft.com/office/officeart/2018/5/layout/CenteredIconLabelDescriptionList"/>
    <dgm:cxn modelId="{8549BF13-6422-4993-B95C-83711B6B6709}" type="presParOf" srcId="{4C99B659-3044-4A19-A869-B107D7671E02}" destId="{B6BD6AA8-8F93-45AA-BFDE-AFB2581EC7CD}" srcOrd="0" destOrd="0" presId="urn:microsoft.com/office/officeart/2018/5/layout/CenteredIconLabelDescriptionList"/>
    <dgm:cxn modelId="{8CAA9462-99B2-47C1-9700-3D5172BD26C9}" type="presParOf" srcId="{4C99B659-3044-4A19-A869-B107D7671E02}" destId="{AFBFB41E-FEA2-4FE4-B282-3CCB3F960380}" srcOrd="1" destOrd="0" presId="urn:microsoft.com/office/officeart/2018/5/layout/CenteredIconLabelDescriptionList"/>
    <dgm:cxn modelId="{33761C7E-0CCE-40F4-A93B-735C7FBA3BFA}" type="presParOf" srcId="{4C99B659-3044-4A19-A869-B107D7671E02}" destId="{127ABFF5-F8A0-49F1-B8D5-56351C7879CD}" srcOrd="2" destOrd="0" presId="urn:microsoft.com/office/officeart/2018/5/layout/CenteredIconLabelDescriptionList"/>
    <dgm:cxn modelId="{8FD7CFDE-4EEA-43FF-8E3A-5076951381C1}" type="presParOf" srcId="{4C99B659-3044-4A19-A869-B107D7671E02}" destId="{6BA31C46-B774-443A-BD16-28C455674296}" srcOrd="3" destOrd="0" presId="urn:microsoft.com/office/officeart/2018/5/layout/CenteredIconLabelDescriptionList"/>
    <dgm:cxn modelId="{108E585B-BD03-41BB-8D28-C4C1B6E65DA0}" type="presParOf" srcId="{4C99B659-3044-4A19-A869-B107D7671E02}" destId="{8748204E-1A4B-41E2-A61B-78533251F7FF}" srcOrd="4" destOrd="0" presId="urn:microsoft.com/office/officeart/2018/5/layout/CenteredIconLabelDescriptionList"/>
    <dgm:cxn modelId="{6A3C0102-DA12-41DB-860D-B64CAD31EB3F}" type="presParOf" srcId="{A7D46941-43AA-40C3-A1A8-CD49FD1807D2}" destId="{8D402770-19B5-467F-B312-DD7476E7BF03}" srcOrd="1" destOrd="0" presId="urn:microsoft.com/office/officeart/2018/5/layout/CenteredIconLabelDescriptionList"/>
    <dgm:cxn modelId="{D4365833-4EEA-4C71-9FCB-C1E6FD3927B6}" type="presParOf" srcId="{A7D46941-43AA-40C3-A1A8-CD49FD1807D2}" destId="{7C11533F-EE35-4440-84E9-115DF7BCD5A9}" srcOrd="2" destOrd="0" presId="urn:microsoft.com/office/officeart/2018/5/layout/CenteredIconLabelDescriptionList"/>
    <dgm:cxn modelId="{06D12204-FCC8-4C19-BA85-93DDB7FB8E47}" type="presParOf" srcId="{7C11533F-EE35-4440-84E9-115DF7BCD5A9}" destId="{19FD8CF7-3DFA-4206-8A71-F78BB9C01811}" srcOrd="0" destOrd="0" presId="urn:microsoft.com/office/officeart/2018/5/layout/CenteredIconLabelDescriptionList"/>
    <dgm:cxn modelId="{7503AEAB-D1FE-4A5B-B642-511AD4119BDB}" type="presParOf" srcId="{7C11533F-EE35-4440-84E9-115DF7BCD5A9}" destId="{CCAFCEC1-895F-47E7-A3DE-A7554AEB7F09}" srcOrd="1" destOrd="0" presId="urn:microsoft.com/office/officeart/2018/5/layout/CenteredIconLabelDescriptionList"/>
    <dgm:cxn modelId="{4F22C1B8-D21D-4EF3-BA57-29DCDF0EDC4C}" type="presParOf" srcId="{7C11533F-EE35-4440-84E9-115DF7BCD5A9}" destId="{5ABA88AA-1BA8-407A-A31B-A95944F57482}" srcOrd="2" destOrd="0" presId="urn:microsoft.com/office/officeart/2018/5/layout/CenteredIconLabelDescriptionList"/>
    <dgm:cxn modelId="{606FC434-FFB1-45CF-96A2-15E28027AC18}" type="presParOf" srcId="{7C11533F-EE35-4440-84E9-115DF7BCD5A9}" destId="{3D542F1F-5966-4916-B63B-B5B81F2E070B}" srcOrd="3" destOrd="0" presId="urn:microsoft.com/office/officeart/2018/5/layout/CenteredIconLabelDescriptionList"/>
    <dgm:cxn modelId="{A950B0A9-EF6D-4C30-B864-8B642445B948}" type="presParOf" srcId="{7C11533F-EE35-4440-84E9-115DF7BCD5A9}" destId="{EF0E15CD-34C3-4EAA-823A-60792424AADF}" srcOrd="4" destOrd="0" presId="urn:microsoft.com/office/officeart/2018/5/layout/CenteredIconLabelDescriptionList"/>
    <dgm:cxn modelId="{8AF7E7F7-350D-44D8-90A1-3CCA317AC931}" type="presParOf" srcId="{A7D46941-43AA-40C3-A1A8-CD49FD1807D2}" destId="{2A89E5A3-C031-466D-8B02-700AFAB8611F}" srcOrd="3" destOrd="0" presId="urn:microsoft.com/office/officeart/2018/5/layout/CenteredIconLabelDescriptionList"/>
    <dgm:cxn modelId="{482D646C-145A-4BA6-9E1D-0616DC24C9F7}" type="presParOf" srcId="{A7D46941-43AA-40C3-A1A8-CD49FD1807D2}" destId="{CF2A86EE-2D27-46AE-96FE-63B8A9012447}" srcOrd="4" destOrd="0" presId="urn:microsoft.com/office/officeart/2018/5/layout/CenteredIconLabelDescriptionList"/>
    <dgm:cxn modelId="{9BD9E78D-12DE-4638-9CDA-7E97ADBD646C}" type="presParOf" srcId="{CF2A86EE-2D27-46AE-96FE-63B8A9012447}" destId="{34B29A6C-0E3C-4742-90A7-EC0296609F05}" srcOrd="0" destOrd="0" presId="urn:microsoft.com/office/officeart/2018/5/layout/CenteredIconLabelDescriptionList"/>
    <dgm:cxn modelId="{3005B492-0E6A-4404-B669-CF2916D186F5}" type="presParOf" srcId="{CF2A86EE-2D27-46AE-96FE-63B8A9012447}" destId="{02DAEDB3-761E-42C6-BA6C-0671A621FA8E}" srcOrd="1" destOrd="0" presId="urn:microsoft.com/office/officeart/2018/5/layout/CenteredIconLabelDescriptionList"/>
    <dgm:cxn modelId="{17844806-C8E2-4ECA-B994-9FC4CF90CB1E}" type="presParOf" srcId="{CF2A86EE-2D27-46AE-96FE-63B8A9012447}" destId="{90AE9F5C-0219-45BA-B9ED-B6320C55C967}" srcOrd="2" destOrd="0" presId="urn:microsoft.com/office/officeart/2018/5/layout/CenteredIconLabelDescriptionList"/>
    <dgm:cxn modelId="{50432B86-14B1-475B-9215-9E1837F55B3E}" type="presParOf" srcId="{CF2A86EE-2D27-46AE-96FE-63B8A9012447}" destId="{BF1E9FE1-9BEA-4EF7-B0BE-3FDC85FA1F59}" srcOrd="3" destOrd="0" presId="urn:microsoft.com/office/officeart/2018/5/layout/CenteredIconLabelDescriptionList"/>
    <dgm:cxn modelId="{8BFD57E3-E215-4CEA-BDCD-2D914778CA28}" type="presParOf" srcId="{CF2A86EE-2D27-46AE-96FE-63B8A9012447}" destId="{5866454B-B33B-40B5-9682-0ABD1CD6E0B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D6AA8-8F93-45AA-BFDE-AFB2581EC7CD}">
      <dsp:nvSpPr>
        <dsp:cNvPr id="0" name=""/>
        <dsp:cNvSpPr/>
      </dsp:nvSpPr>
      <dsp:spPr>
        <a:xfrm>
          <a:off x="1015085" y="341138"/>
          <a:ext cx="1080207" cy="8813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ABFF5-F8A0-49F1-B8D5-56351C7879CD}">
      <dsp:nvSpPr>
        <dsp:cNvPr id="0" name=""/>
        <dsp:cNvSpPr/>
      </dsp:nvSpPr>
      <dsp:spPr>
        <a:xfrm>
          <a:off x="12035" y="1351844"/>
          <a:ext cx="3086306" cy="377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Pricing</a:t>
          </a:r>
          <a:endParaRPr lang="en-US" sz="2400" kern="1200"/>
        </a:p>
      </dsp:txBody>
      <dsp:txXfrm>
        <a:off x="12035" y="1351844"/>
        <a:ext cx="3086306" cy="377725"/>
      </dsp:txXfrm>
    </dsp:sp>
    <dsp:sp modelId="{8748204E-1A4B-41E2-A61B-78533251F7FF}">
      <dsp:nvSpPr>
        <dsp:cNvPr id="0" name=""/>
        <dsp:cNvSpPr/>
      </dsp:nvSpPr>
      <dsp:spPr>
        <a:xfrm>
          <a:off x="12035" y="1789730"/>
          <a:ext cx="3086306" cy="1559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 Control board components cost ~$62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 Electrode board components cost ~$122</a:t>
          </a:r>
        </a:p>
      </dsp:txBody>
      <dsp:txXfrm>
        <a:off x="12035" y="1789730"/>
        <a:ext cx="3086306" cy="1559488"/>
      </dsp:txXfrm>
    </dsp:sp>
    <dsp:sp modelId="{19FD8CF7-3DFA-4206-8A71-F78BB9C01811}">
      <dsp:nvSpPr>
        <dsp:cNvPr id="0" name=""/>
        <dsp:cNvSpPr/>
      </dsp:nvSpPr>
      <dsp:spPr>
        <a:xfrm>
          <a:off x="4641496" y="341138"/>
          <a:ext cx="1080207" cy="8813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A88AA-1BA8-407A-A31B-A95944F57482}">
      <dsp:nvSpPr>
        <dsp:cNvPr id="0" name=""/>
        <dsp:cNvSpPr/>
      </dsp:nvSpPr>
      <dsp:spPr>
        <a:xfrm>
          <a:off x="3638446" y="1351844"/>
          <a:ext cx="3086306" cy="377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Learning 3D Modeling</a:t>
          </a:r>
          <a:endParaRPr lang="en-US" sz="2400" kern="1200"/>
        </a:p>
      </dsp:txBody>
      <dsp:txXfrm>
        <a:off x="3638446" y="1351844"/>
        <a:ext cx="3086306" cy="377725"/>
      </dsp:txXfrm>
    </dsp:sp>
    <dsp:sp modelId="{EF0E15CD-34C3-4EAA-823A-60792424AADF}">
      <dsp:nvSpPr>
        <dsp:cNvPr id="0" name=""/>
        <dsp:cNvSpPr/>
      </dsp:nvSpPr>
      <dsp:spPr>
        <a:xfrm>
          <a:off x="3638446" y="1789730"/>
          <a:ext cx="3086306" cy="1559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Basic box and lid design is complete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However, some parts (the base) is sticking out. Need to learn how to get rid of this.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Need to make cut-outs for the cables and electrodes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Potentially have some creative design choice (Ex. team name on the enclosure)</a:t>
          </a:r>
        </a:p>
      </dsp:txBody>
      <dsp:txXfrm>
        <a:off x="3638446" y="1789730"/>
        <a:ext cx="3086306" cy="1559488"/>
      </dsp:txXfrm>
    </dsp:sp>
    <dsp:sp modelId="{34B29A6C-0E3C-4742-90A7-EC0296609F05}">
      <dsp:nvSpPr>
        <dsp:cNvPr id="0" name=""/>
        <dsp:cNvSpPr/>
      </dsp:nvSpPr>
      <dsp:spPr>
        <a:xfrm>
          <a:off x="8267906" y="341138"/>
          <a:ext cx="1080207" cy="8813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E9F5C-0219-45BA-B9ED-B6320C55C967}">
      <dsp:nvSpPr>
        <dsp:cNvPr id="0" name=""/>
        <dsp:cNvSpPr/>
      </dsp:nvSpPr>
      <dsp:spPr>
        <a:xfrm>
          <a:off x="7264857" y="1351844"/>
          <a:ext cx="3086306" cy="377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Connectivity</a:t>
          </a:r>
          <a:endParaRPr lang="en-US" sz="2400" kern="1200"/>
        </a:p>
      </dsp:txBody>
      <dsp:txXfrm>
        <a:off x="7264857" y="1351844"/>
        <a:ext cx="3086306" cy="377725"/>
      </dsp:txXfrm>
    </dsp:sp>
    <dsp:sp modelId="{5866454B-B33B-40B5-9682-0ABD1CD6E0B3}">
      <dsp:nvSpPr>
        <dsp:cNvPr id="0" name=""/>
        <dsp:cNvSpPr/>
      </dsp:nvSpPr>
      <dsp:spPr>
        <a:xfrm>
          <a:off x="7264857" y="1789730"/>
          <a:ext cx="3086306" cy="1559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Electrode Boards will all be daisy chained together then connected to the Control board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FFC Cables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are buying 5 electrode boards, but the goal is for the final design to have no more than 2 electrode boards in the system</a:t>
          </a:r>
        </a:p>
      </dsp:txBody>
      <dsp:txXfrm>
        <a:off x="7264857" y="1789730"/>
        <a:ext cx="3086306" cy="1559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2FDC9-C8FA-4DAC-AC5A-2F4F1E6CBE1D}" type="datetimeFigureOut"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F4D7B-D682-42B9-88C5-0CEAA7A063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5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F4D7B-D682-42B9-88C5-0CEAA7A063DD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91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8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7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05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4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8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3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2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8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9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26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45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B98C6-B9A4-4038-1AAD-88AB83B9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36066" r="-7" b="-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err="1">
                <a:solidFill>
                  <a:srgbClr val="FFFFFF"/>
                </a:solidFill>
              </a:rPr>
              <a:t>FlexType</a:t>
            </a:r>
            <a:r>
              <a:rPr lang="en-US">
                <a:solidFill>
                  <a:srgbClr val="FFFFFF"/>
                </a:solidFill>
              </a:rPr>
              <a:t> EMG Keyboard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43700" y="5201390"/>
            <a:ext cx="5987308" cy="1484516"/>
          </a:xfrm>
        </p:spPr>
        <p:txBody>
          <a:bodyPr anchor="t">
            <a:normAutofit fontScale="85000" lnSpcReduction="20000"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Julia Johnson </a:t>
            </a:r>
            <a:endParaRPr lang="en-US"/>
          </a:p>
          <a:p>
            <a:pPr algn="r"/>
            <a:r>
              <a:rPr lang="en-US">
                <a:solidFill>
                  <a:srgbClr val="FFFFFF"/>
                </a:solidFill>
              </a:rPr>
              <a:t>Giancarlos Hernandez Mendoza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Jalen Tottress 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Kejon IverY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DA3BE89-3127-6768-4912-D82DA69A317E}"/>
              </a:ext>
            </a:extLst>
          </p:cNvPr>
          <p:cNvSpPr txBox="1">
            <a:spLocks/>
          </p:cNvSpPr>
          <p:nvPr/>
        </p:nvSpPr>
        <p:spPr>
          <a:xfrm>
            <a:off x="7517151" y="4333485"/>
            <a:ext cx="3895037" cy="554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Half-Byte Solutions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8BC7E-E2C6-B42B-D2D5-847C1FCB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D7020-04B6-10D5-40D5-D539FEDE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Market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3E4B-7DB9-3AED-8476-9407992DB1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People with neurological disabilities have difficulty typing on standard keyboards</a:t>
            </a:r>
          </a:p>
          <a:p>
            <a:r>
              <a:rPr lang="en-US"/>
              <a:t>Voice-to-text is not private, and often does not work for people in loud areas, noise-restricted areas, or for people with diseases like Parkinson's</a:t>
            </a:r>
          </a:p>
          <a:p>
            <a:r>
              <a:rPr lang="en-US"/>
              <a:t>Other technologies, like eye-tracking devices, are often expensive and difficult to carry around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EC630-8758-34F2-F945-FE8450ADE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5EF2C-3F9C-6D42-4243-7410F0B6F7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A lightweight, wearable </a:t>
            </a:r>
            <a:r>
              <a:rPr lang="en-US">
                <a:ea typeface="+mn-lt"/>
                <a:cs typeface="+mn-lt"/>
              </a:rPr>
              <a:t>electromyography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/>
              <a:t>(EMG) armband worn around the arm </a:t>
            </a:r>
          </a:p>
          <a:p>
            <a:r>
              <a:rPr lang="en-US"/>
              <a:t>The EMG picks up signals from muscle movements and sends them to our PCB</a:t>
            </a:r>
          </a:p>
          <a:p>
            <a:r>
              <a:rPr lang="en-US"/>
              <a:t>The PCB uses a custom made CNN model to determine which gesture is being made</a:t>
            </a:r>
          </a:p>
          <a:p>
            <a:r>
              <a:rPr lang="en-US"/>
              <a:t>Gestures are converted into letter groups, then passed into the existing </a:t>
            </a:r>
            <a:r>
              <a:rPr lang="en-US" err="1"/>
              <a:t>FlexType</a:t>
            </a:r>
            <a:r>
              <a:rPr lang="en-US"/>
              <a:t> Word Prediction model to type in the predicted word</a:t>
            </a:r>
          </a:p>
        </p:txBody>
      </p:sp>
      <p:pic>
        <p:nvPicPr>
          <p:cNvPr id="7" name="Picture 6" descr="EMG-based Hand Gesture Recognition in VR - MindRove">
            <a:extLst>
              <a:ext uri="{FF2B5EF4-FFF2-40B4-BE49-F238E27FC236}">
                <a16:creationId xmlns:a16="http://schemas.microsoft.com/office/drawing/2014/main" id="{56E056A5-6F4A-3270-D421-B67E3B16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045" y="-3067"/>
            <a:ext cx="4215536" cy="24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3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oals - Free business icons">
            <a:extLst>
              <a:ext uri="{FF2B5EF4-FFF2-40B4-BE49-F238E27FC236}">
                <a16:creationId xmlns:a16="http://schemas.microsoft.com/office/drawing/2014/main" id="{D909FCB2-4172-0F6B-E63A-2BB052CCDE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3643222" y="1091242"/>
            <a:ext cx="4876800" cy="487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94BD7-66AB-F997-0CFC-C93134D3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#1 Goals &amp; Objectives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89191A-71A8-F401-90FF-1DC1B7F91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081314"/>
            <a:ext cx="5212080" cy="695373"/>
          </a:xfrm>
        </p:spPr>
        <p:txBody>
          <a:bodyPr/>
          <a:lstStyle/>
          <a:p>
            <a:r>
              <a:rPr lang="en-US"/>
              <a:t>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57437-0BDC-1822-2142-18A96D17A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776687"/>
            <a:ext cx="5212080" cy="319125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/>
              <a:t>Create Initial Model Training Set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Define 10-12 Possible Gestures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Collect EMG Data from 12 Volunteers with Commercial EMG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Compile EMG Data into One Dataset</a:t>
            </a:r>
          </a:p>
          <a:p>
            <a:r>
              <a:rPr lang="en-US" b="1"/>
              <a:t>Research and Plan Gesture Recognition Model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Research Existing Gesture Recognition Algorithms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Determine Which Model(s) is best to use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Determine How Letter Groups Should Be Divided amongst Gestures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 b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16330A-0A6F-AFF5-0673-E978D6DDA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081314"/>
            <a:ext cx="5212080" cy="695373"/>
          </a:xfrm>
        </p:spPr>
        <p:txBody>
          <a:bodyPr/>
          <a:lstStyle/>
          <a:p>
            <a:r>
              <a:rPr lang="en-US"/>
              <a:t>Hardware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A8DBBF-B552-7E55-8728-5AFCC42CD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2776687"/>
            <a:ext cx="5212080" cy="319125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1900" b="1"/>
              <a:t>Configure </a:t>
            </a:r>
            <a:r>
              <a:rPr lang="en-US" sz="1900" b="1" err="1"/>
              <a:t>FlexType</a:t>
            </a:r>
            <a:r>
              <a:rPr lang="en-US" sz="1900" b="1"/>
              <a:t> Word Prediction Model on Raspberry Pi</a:t>
            </a:r>
            <a:endParaRPr lang="en-US" sz="190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Research and Understand Existing </a:t>
            </a:r>
            <a:r>
              <a:rPr lang="en-US" sz="1700" err="1"/>
              <a:t>FlexType</a:t>
            </a:r>
            <a:r>
              <a:rPr lang="en-US" sz="1700"/>
              <a:t> Model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Download/ Gain Access to Word Prediction Model on Raspberry Pi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Update Input Format on Existing Model to Match our Inputs</a:t>
            </a:r>
          </a:p>
          <a:p>
            <a:r>
              <a:rPr lang="en-US" sz="1900" b="1"/>
              <a:t>Design and Order PCB Board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Design PCB in EDA Software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Draft PCB casing in 3D Printing Software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Order PCB Board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Integrate PCB with Raspberry Pi</a:t>
            </a:r>
          </a:p>
        </p:txBody>
      </p:sp>
    </p:spTree>
    <p:extLst>
      <p:ext uri="{BB962C8B-B14F-4D97-AF65-F5344CB8AC3E}">
        <p14:creationId xmlns:p14="http://schemas.microsoft.com/office/powerpoint/2010/main" val="153602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C4B0AF98-48BD-5F18-7334-CF4C335493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3286849" y="960098"/>
            <a:ext cx="5614418" cy="5614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EB0461-80C3-0F0D-B197-2DBA4E360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Our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2DE5D-3189-B71F-5285-43975828E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Old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784E9-57B2-C157-2F3B-E91087209A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record 12 gestures, 10 times each, at 1 second intervals</a:t>
            </a:r>
          </a:p>
          <a:p>
            <a:r>
              <a:rPr lang="en-US"/>
              <a:t>We record 10 seconds of "at rest" to serve as a control</a:t>
            </a:r>
          </a:p>
          <a:p>
            <a:r>
              <a:rPr lang="en-US"/>
              <a:t>Each gesture had a folder containing the data from each subject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F06D1-202B-40C3-0059-6E0933CA8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New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1AFF5-1311-06BA-342F-1E4277A2635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Record 12 gestures, 10 times each, at 7 second intervals</a:t>
            </a:r>
          </a:p>
          <a:p>
            <a:r>
              <a:rPr lang="en-US"/>
              <a:t>Record 2 seconds of rest, 3 seconds of gesture, 2 seconds of rest</a:t>
            </a:r>
          </a:p>
          <a:p>
            <a:r>
              <a:rPr lang="en-US"/>
              <a:t>Reorganize folders so that parent folders are each subject, and contents are each gesture from that subject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9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BA32C-5DE8-3A12-E667-1A897E44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Gestures and EMG Demo Video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20260225_151606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A5CBF44E-2BF9-A555-E754-36A8298CEB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76825" y="139848"/>
            <a:ext cx="6898743" cy="65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1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4EA1-848B-D7EC-838F-1A06F2A4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Gesture Recognition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3EB6E-311B-8571-7758-0D168B1B2928}"/>
              </a:ext>
            </a:extLst>
          </p:cNvPr>
          <p:cNvSpPr txBox="1"/>
          <p:nvPr/>
        </p:nvSpPr>
        <p:spPr>
          <a:xfrm>
            <a:off x="637544" y="2255943"/>
            <a:ext cx="501088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Processing Data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Notch Filter: 60Hz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Bandpass Filter: 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Low: 10Hz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High 200Hz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Sampling Rate: 500Hz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Window Size: 125 (250ms)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Segmenting data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Step size: 62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~50% overlap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From EMG sensor data, only used the 8 columns of Filtered Channels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Data split between 80% training and 20% testing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X value: Segmented Data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Y value: Gesture Number Label</a:t>
            </a:r>
          </a:p>
          <a:p>
            <a:pPr lvl="1"/>
            <a:endParaRPr lang="en-US"/>
          </a:p>
          <a:p>
            <a:pPr marL="742950" lvl="1" indent="-285750">
              <a:buFont typeface="Courier New"/>
              <a:buChar char="o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BA9EE-CF38-C6F6-8A5D-193D2A2354F0}"/>
              </a:ext>
            </a:extLst>
          </p:cNvPr>
          <p:cNvSpPr txBox="1"/>
          <p:nvPr/>
        </p:nvSpPr>
        <p:spPr>
          <a:xfrm>
            <a:off x="6081453" y="3089093"/>
            <a:ext cx="5870673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AI Model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TensorFlow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1D Convolutional Neural Network model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3 Convolutional Layers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250 epochs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Kernel sizes: 15 → 9 → 3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Input Shape: (125, 8)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Dropout: 0.3 and 0.5 to reduce overfitting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Dense Layer: </a:t>
            </a:r>
          </a:p>
          <a:p>
            <a:pPr marL="742950" lvl="1" indent="-285750">
              <a:buFont typeface="Courier New"/>
              <a:buChar char="o"/>
            </a:pPr>
            <a:r>
              <a:rPr lang="en-US" err="1"/>
              <a:t>GlobalAveragePooling</a:t>
            </a:r>
            <a:r>
              <a:rPr lang="en-US"/>
              <a:t>()</a:t>
            </a:r>
          </a:p>
          <a:p>
            <a:pPr marL="742950" lvl="1" indent="-285750">
              <a:buFont typeface="Courier New"/>
              <a:buChar char="o"/>
            </a:pPr>
            <a:r>
              <a:rPr lang="en-US" err="1"/>
              <a:t>Softmax</a:t>
            </a:r>
            <a:r>
              <a:rPr lang="en-US"/>
              <a:t> Activation: 13 classes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Loss: </a:t>
            </a:r>
            <a:r>
              <a:rPr lang="en-US" err="1"/>
              <a:t>Categorical_crossentropy</a:t>
            </a:r>
            <a:r>
              <a:rPr lang="en-US"/>
              <a:t> (One-Hot Encoded Labels)</a:t>
            </a:r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809D731-EA6A-E8DE-26DB-092339C1D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2" b="20183"/>
          <a:stretch>
            <a:fillRect/>
          </a:stretch>
        </p:blipFill>
        <p:spPr>
          <a:xfrm>
            <a:off x="6815937" y="177618"/>
            <a:ext cx="5318071" cy="290883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577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81CAF-3031-063D-6D93-066C23C7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CE84C-CC79-2FF1-E7D9-3E766D25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8" y="911927"/>
            <a:ext cx="6072041" cy="10972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Current Model Performance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C6239ED9-296C-77CB-0827-E866AD0F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681" b="-3460"/>
          <a:stretch>
            <a:fillRect/>
          </a:stretch>
        </p:blipFill>
        <p:spPr>
          <a:xfrm>
            <a:off x="335798" y="2993110"/>
            <a:ext cx="3915105" cy="3348161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96C76B6D-D1CF-DAFC-F8E1-705A8D725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80" b="1031"/>
          <a:stretch>
            <a:fillRect/>
          </a:stretch>
        </p:blipFill>
        <p:spPr>
          <a:xfrm>
            <a:off x="335800" y="-4684"/>
            <a:ext cx="4005512" cy="31252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2782"/>
            <a:ext cx="4599433" cy="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3CDF0E-BB41-A7F3-B572-8AF4C01D15AF}"/>
              </a:ext>
            </a:extLst>
          </p:cNvPr>
          <p:cNvSpPr txBox="1"/>
          <p:nvPr/>
        </p:nvSpPr>
        <p:spPr>
          <a:xfrm>
            <a:off x="5458968" y="2173563"/>
            <a:ext cx="6072041" cy="412188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/>
              <a:t>Overall Performance</a:t>
            </a: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Validation Accuracy: ~55 - 60%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Training Accuracy: ~58 - 60%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Validation accuracy is similar to the training accuracy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Validation and Training Loss: ~1.2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Improvement slows down around 130 epochs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Model starts plateauing after 200 epochs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Validation accuracy and loss is slightly noisy/spiky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9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9BE3A62-4EFE-2F56-EDD8-F2FDC39C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30" y="2014261"/>
            <a:ext cx="4825503" cy="3918425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273201-1219-10A2-7A36-AB5A6563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127542" cy="10972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Current Model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367C6-8356-E880-FACF-D22E932C89E8}"/>
              </a:ext>
            </a:extLst>
          </p:cNvPr>
          <p:cNvSpPr txBox="1"/>
          <p:nvPr/>
        </p:nvSpPr>
        <p:spPr>
          <a:xfrm>
            <a:off x="317199" y="2169358"/>
            <a:ext cx="4815209" cy="389247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/>
              <a:t>Individual Gesture Performance</a:t>
            </a: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/>
              <a:buChar char="•"/>
            </a:pPr>
            <a:r>
              <a:rPr lang="en-US"/>
              <a:t>Gesture 0 is the control gesture (Rest)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/>
              <a:buChar char="•"/>
            </a:pPr>
            <a:r>
              <a:rPr lang="en-US"/>
              <a:t>Control Gesture is performing well and has an accuracy of 90%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/>
              <a:buChar char="•"/>
            </a:pPr>
            <a:r>
              <a:rPr lang="en-US"/>
              <a:t>Best Overall Performing Gestures: 1, 2, 5, 11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/>
              <a:buChar char="o"/>
            </a:pPr>
            <a:r>
              <a:rPr lang="en-US"/>
              <a:t>Have F1 score higher than 60%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/>
              <a:buChar char="•"/>
            </a:pPr>
            <a:r>
              <a:rPr lang="en-US"/>
              <a:t>Most Misclassified Gestures: 4, 5, 8, 9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/>
              <a:buChar char="o"/>
            </a:pPr>
            <a:r>
              <a:rPr lang="en-US"/>
              <a:t>Have precision lower than 55%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/>
              <a:buChar char="•"/>
            </a:pPr>
            <a:r>
              <a:rPr lang="en-US"/>
              <a:t>Most Missed Gestures: 10, 11, 12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/>
              <a:buChar char="o"/>
            </a:pPr>
            <a:r>
              <a:rPr lang="en-US"/>
              <a:t>Have recall score lower than 50%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endParaRPr lang="en-US"/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endParaRPr lang="en-US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F6BF14-24CC-367E-9D81-13CA6594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0" b="1917"/>
          <a:stretch>
            <a:fillRect/>
          </a:stretch>
        </p:blipFill>
        <p:spPr>
          <a:xfrm>
            <a:off x="9964112" y="2580468"/>
            <a:ext cx="2095946" cy="2278185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7F0166-5104-70BA-EFEB-5271B630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56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AEAB-C4A8-D050-A1A3-F6CCD1CE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</a:t>
            </a:r>
            <a:r>
              <a:rPr lang="en-US" err="1"/>
              <a:t>FlexType</a:t>
            </a:r>
            <a:r>
              <a:rPr lang="en-US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CC66-F414-CAE6-5C06-A3DD930D4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The </a:t>
            </a:r>
            <a:r>
              <a:rPr lang="en-US" err="1"/>
              <a:t>FlexType</a:t>
            </a:r>
            <a:r>
              <a:rPr lang="en-US"/>
              <a:t> Model is a word prediction model created by Dr. Dylan Gaines</a:t>
            </a:r>
          </a:p>
          <a:p>
            <a:r>
              <a:rPr lang="en-US"/>
              <a:t>The model assigns letter groups to gestures, then uses a n-gram language model to predict what word is being typed</a:t>
            </a:r>
          </a:p>
          <a:p>
            <a:r>
              <a:rPr lang="en-US"/>
              <a:t>The current model was designed for a touch screen, and used 4 different gestures</a:t>
            </a:r>
          </a:p>
          <a:p>
            <a:r>
              <a:rPr lang="en-US"/>
              <a:t>We will alter how it takes an input to assign 8-10 different gestures to various letter groups and controls</a:t>
            </a:r>
          </a:p>
          <a:p>
            <a:r>
              <a:rPr lang="en-US"/>
              <a:t>Non-letter controls will be 'start/stop', 'space/ enter', 'delete', and 'swipe'</a:t>
            </a:r>
          </a:p>
        </p:txBody>
      </p:sp>
      <p:pic>
        <p:nvPicPr>
          <p:cNvPr id="4" name="Picture 3" descr="A group of cell phones with text&#10;&#10;AI-generated content may be incorrect.">
            <a:extLst>
              <a:ext uri="{FF2B5EF4-FFF2-40B4-BE49-F238E27FC236}">
                <a16:creationId xmlns:a16="http://schemas.microsoft.com/office/drawing/2014/main" id="{770C2F37-B645-838D-0761-35EDF8CF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72" r="1460" b="4316"/>
          <a:stretch>
            <a:fillRect/>
          </a:stretch>
        </p:blipFill>
        <p:spPr>
          <a:xfrm>
            <a:off x="6253747" y="0"/>
            <a:ext cx="5406310" cy="23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2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04E5D-3453-E93E-5271-48B2DA1F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PCB Design Milestone</a:t>
            </a:r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98DFAB6B-CFB8-D40A-1463-1F03190D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3" r="4371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25D44B3-B1AB-7C70-A178-192843B15C46}"/>
              </a:ext>
            </a:extLst>
          </p:cNvPr>
          <p:cNvSpPr txBox="1"/>
          <p:nvPr/>
        </p:nvSpPr>
        <p:spPr>
          <a:xfrm>
            <a:off x="5042295" y="2633236"/>
            <a:ext cx="7023449" cy="36646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500" b="1"/>
              <a:t>Goal:</a:t>
            </a:r>
            <a:r>
              <a:rPr lang="en-US" sz="1500"/>
              <a:t> Start PCB design and create a BOM list for purchasing the components.</a:t>
            </a:r>
            <a:endParaRPr lang="en-US"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/>
              <a:t>Designed two PCBs, a control board and an electrode/sensor board.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 sz="1500"/>
              <a:t>Control board gathers the EMG data from the electrode boards and sends it to a Raspberry Pi</a:t>
            </a:r>
          </a:p>
          <a:p>
            <a:pPr marL="1200150" lvl="2" indent="-285750">
              <a:lnSpc>
                <a:spcPct val="110000"/>
              </a:lnSpc>
              <a:spcAft>
                <a:spcPts val="600"/>
              </a:spcAft>
              <a:buSzPct val="87000"/>
              <a:buFont typeface="Wingdings" panose="020B0604020202020204" pitchFamily="34" charset="0"/>
              <a:buChar char="§"/>
            </a:pPr>
            <a:r>
              <a:rPr lang="en-US" sz="1500"/>
              <a:t>The MCU coverts the ADC SPI data to USB for processing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 sz="1500"/>
              <a:t>Electrode board contains the electrodes for collecting the EMG (Electromyography) data and sends it to the control board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/>
              <a:t>After the PCBs designs are complete, fill out a BOM list to purchase the components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 sz="1500"/>
              <a:t>List made for purchasing 2 Control boards and 5 electrode/sensor boards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4198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B6745-1D3C-2E50-CFD5-1EDB0D20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PCB Designs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ircuit board with many wires and circles&#10;&#10;AI-generated content may be incorrect.">
            <a:extLst>
              <a:ext uri="{FF2B5EF4-FFF2-40B4-BE49-F238E27FC236}">
                <a16:creationId xmlns:a16="http://schemas.microsoft.com/office/drawing/2014/main" id="{5D857EA5-AFE1-F569-9447-5D4B8B92A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50" y="2886923"/>
            <a:ext cx="4428995" cy="3299601"/>
          </a:xfrm>
          <a:prstGeom prst="rect">
            <a:avLst/>
          </a:prstGeom>
        </p:spPr>
      </p:pic>
      <p:pic>
        <p:nvPicPr>
          <p:cNvPr id="4" name="Picture 3" descr="A computer circuit board with many different colored lines&#10;&#10;AI-generated content may be incorrect.">
            <a:extLst>
              <a:ext uri="{FF2B5EF4-FFF2-40B4-BE49-F238E27FC236}">
                <a16:creationId xmlns:a16="http://schemas.microsoft.com/office/drawing/2014/main" id="{3334F517-5083-C335-465B-821EB6D4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0" y="2886923"/>
            <a:ext cx="4647324" cy="3299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867D88-3B30-84B9-4D08-E12396E70F0D}"/>
              </a:ext>
            </a:extLst>
          </p:cNvPr>
          <p:cNvSpPr txBox="1"/>
          <p:nvPr/>
        </p:nvSpPr>
        <p:spPr>
          <a:xfrm>
            <a:off x="2854655" y="2515654"/>
            <a:ext cx="179923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Electrode 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DBF7B-B0FE-4DDC-32B3-38F74A9BDAF5}"/>
              </a:ext>
            </a:extLst>
          </p:cNvPr>
          <p:cNvSpPr txBox="1"/>
          <p:nvPr/>
        </p:nvSpPr>
        <p:spPr>
          <a:xfrm>
            <a:off x="7748939" y="2516613"/>
            <a:ext cx="17257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Control Board</a:t>
            </a:r>
          </a:p>
        </p:txBody>
      </p:sp>
    </p:spTree>
    <p:extLst>
      <p:ext uri="{BB962C8B-B14F-4D97-AF65-F5344CB8AC3E}">
        <p14:creationId xmlns:p14="http://schemas.microsoft.com/office/powerpoint/2010/main" val="1500324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BA964-79C7-1128-0F47-71729470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179FC4-FF20-C152-3A3E-7E86B36A4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39E15E3-5961-67E6-2480-A135F430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C9792-147D-07CC-DD4A-2E74212B3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PCB Designs: BOM List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215498-0DFE-74ED-026E-9056B427C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999837-2A18-90BC-8A48-DCAC2338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7" y="2722166"/>
            <a:ext cx="4077891" cy="385565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6FC344-DF51-B453-2B02-72A96C04D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698" y="2735896"/>
            <a:ext cx="4950279" cy="3841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418D0-9D49-031C-3FE6-323FDB568A69}"/>
              </a:ext>
            </a:extLst>
          </p:cNvPr>
          <p:cNvSpPr txBox="1"/>
          <p:nvPr/>
        </p:nvSpPr>
        <p:spPr>
          <a:xfrm>
            <a:off x="2339790" y="2124356"/>
            <a:ext cx="179923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Electrode 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AF1D9-A1F0-7412-BFE4-1EB12AB348BE}"/>
              </a:ext>
            </a:extLst>
          </p:cNvPr>
          <p:cNvSpPr txBox="1"/>
          <p:nvPr/>
        </p:nvSpPr>
        <p:spPr>
          <a:xfrm>
            <a:off x="7865642" y="2132181"/>
            <a:ext cx="17257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Control Board</a:t>
            </a:r>
          </a:p>
        </p:txBody>
      </p:sp>
    </p:spTree>
    <p:extLst>
      <p:ext uri="{BB962C8B-B14F-4D97-AF65-F5344CB8AC3E}">
        <p14:creationId xmlns:p14="http://schemas.microsoft.com/office/powerpoint/2010/main" val="428572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A41C1-84EB-50CD-4B27-2418F80B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Case Design Milestone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4223CE6-D084-934A-FF07-DAD86A03F1EF}"/>
              </a:ext>
            </a:extLst>
          </p:cNvPr>
          <p:cNvSpPr txBox="1"/>
          <p:nvPr/>
        </p:nvSpPr>
        <p:spPr>
          <a:xfrm>
            <a:off x="640080" y="2633236"/>
            <a:ext cx="5852160" cy="36646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/>
              <a:t>Goal:</a:t>
            </a:r>
            <a:r>
              <a:rPr lang="en-US"/>
              <a:t> Start a rough draft of the 3D enclosures that will house both our PCBs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Install Fusion 360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Watch YouTube videos on how to use Fusion 360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Upload the PCB step files into Fusion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Start building the enclosure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/>
              <a:t>Need to be as small as possible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/>
              <a:t>Have cut-outs for the FFC cables and ports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Courier New" panose="020B0604020202020204" pitchFamily="34" charset="0"/>
              <a:buChar char="o"/>
            </a:pPr>
            <a:r>
              <a:rPr lang="en-US"/>
              <a:t>Needs ears on the sides for attaching an armband</a:t>
            </a:r>
          </a:p>
        </p:txBody>
      </p:sp>
      <p:pic>
        <p:nvPicPr>
          <p:cNvPr id="3" name="Picture 2" descr="A close-up of a machine&#10;&#10;AI-generated content may be incorrect.">
            <a:extLst>
              <a:ext uri="{FF2B5EF4-FFF2-40B4-BE49-F238E27FC236}">
                <a16:creationId xmlns:a16="http://schemas.microsoft.com/office/drawing/2014/main" id="{E86CAE5E-B864-9EBE-4ADE-051C5AC1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2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5E919-06E5-0370-C889-94FBE451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BBABA-3B0B-E878-F272-BC219B64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b="1" kern="1200">
                <a:latin typeface="+mj-lt"/>
                <a:ea typeface="+mj-ea"/>
                <a:cs typeface="+mj-cs"/>
              </a:rPr>
              <a:t>Case Design</a:t>
            </a:r>
            <a:br>
              <a:rPr lang="en-US" sz="5800" b="1" kern="1200"/>
            </a:br>
            <a:r>
              <a:rPr lang="en-US" sz="5800" b="1" kern="1200">
                <a:latin typeface="+mj-lt"/>
                <a:ea typeface="+mj-ea"/>
                <a:cs typeface="+mj-cs"/>
              </a:rPr>
              <a:t>Control </a:t>
            </a:r>
            <a:r>
              <a:rPr lang="en-US" sz="5800"/>
              <a:t>Board</a:t>
            </a:r>
            <a:r>
              <a:rPr lang="en-US" sz="5800" b="1" kern="1200">
                <a:latin typeface="+mj-lt"/>
                <a:ea typeface="+mj-ea"/>
                <a:cs typeface="+mj-cs"/>
              </a:rPr>
              <a:t> PCB 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omputer chip on a grid&#10;&#10;AI-generated content may be incorrect.">
            <a:extLst>
              <a:ext uri="{FF2B5EF4-FFF2-40B4-BE49-F238E27FC236}">
                <a16:creationId xmlns:a16="http://schemas.microsoft.com/office/drawing/2014/main" id="{76F954E6-EF07-046B-42D1-E8FE694E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77" r="8295" b="2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24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B98E2-71E9-0530-857A-555AD17F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80A0F-DCAF-380A-6F4C-DCD07EA7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Design</a:t>
            </a:r>
            <a:b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Electrode Board PCB 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omputer chip in a box&#10;&#10;AI-generated content may be incorrect.">
            <a:extLst>
              <a:ext uri="{FF2B5EF4-FFF2-40B4-BE49-F238E27FC236}">
                <a16:creationId xmlns:a16="http://schemas.microsoft.com/office/drawing/2014/main" id="{F5270FA8-1D80-8319-F3C4-F2B652E1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0" r="24478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6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5987D-C4DD-DE2F-18C3-F6993C99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PCB Design Takeaways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F1224DD-55AB-9504-6DB4-97C1378D4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3214313"/>
              </p:ext>
            </p:extLst>
          </p:nvPr>
        </p:nvGraphicFramePr>
        <p:xfrm>
          <a:off x="991892" y="1935967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7897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llenges PNGs for Free Download">
            <a:extLst>
              <a:ext uri="{FF2B5EF4-FFF2-40B4-BE49-F238E27FC236}">
                <a16:creationId xmlns:a16="http://schemas.microsoft.com/office/drawing/2014/main" id="{1BE8EF6F-D895-C02E-5B5D-4E7DFEE1A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2742231" y="1374667"/>
            <a:ext cx="6681706" cy="5232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F68B06-512B-329A-E8A8-7BDACE38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and Obstacles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FCCF6-2CBA-10E2-4862-DE934C08D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1B6B5-E71A-DDB5-0545-1B649EA142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Had to change how we take in EMG gesture data for dataset</a:t>
            </a:r>
          </a:p>
          <a:p>
            <a:r>
              <a:rPr lang="en-US"/>
              <a:t>Were only able to get EMG data from 9 people</a:t>
            </a:r>
          </a:p>
          <a:p>
            <a:r>
              <a:rPr lang="en-US"/>
              <a:t>Gesture prediction model is only predicting one gesture with 90% accuracy </a:t>
            </a:r>
          </a:p>
          <a:p>
            <a:r>
              <a:rPr lang="en-US"/>
              <a:t>We have not determined top 8 gestures</a:t>
            </a:r>
          </a:p>
          <a:p>
            <a:r>
              <a:rPr lang="en-US"/>
              <a:t>We have not yet assigned letter groups to gestures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D7656-70E0-E486-24A0-45BED5FDC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HardWare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7EDEA-795D-10DC-7035-104986A339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Finding which electrodes we want to use for the design took awhile</a:t>
            </a:r>
          </a:p>
          <a:p>
            <a:r>
              <a:rPr lang="en-US"/>
              <a:t>Do not have a complete rough draft for the enclosure</a:t>
            </a:r>
          </a:p>
          <a:p>
            <a:r>
              <a:rPr lang="en-US"/>
              <a:t>Running Word prediction model locally on Raspberry Pi is still not complete</a:t>
            </a:r>
          </a:p>
          <a:p>
            <a:r>
              <a:rPr lang="en-US"/>
              <a:t>Delayed integration troubleshooting of PCB and Raspberry Pi 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40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725F-B641-FF3D-5DEB-AFE03183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ownload Free Next steps Icons in PNG &amp; SVG">
            <a:extLst>
              <a:ext uri="{FF2B5EF4-FFF2-40B4-BE49-F238E27FC236}">
                <a16:creationId xmlns:a16="http://schemas.microsoft.com/office/drawing/2014/main" id="{69E70C87-D7A5-7EFE-6F3D-5A05642FC7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 flipH="1">
            <a:off x="2836190" y="595395"/>
            <a:ext cx="6015924" cy="5964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BB11A3-5ABC-299D-4964-90BCCC71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1EFEAF-7325-045E-50FC-217045870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081314"/>
            <a:ext cx="5212080" cy="695373"/>
          </a:xfrm>
        </p:spPr>
        <p:txBody>
          <a:bodyPr/>
          <a:lstStyle/>
          <a:p>
            <a:r>
              <a:rPr lang="en-US"/>
              <a:t>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2E38C-1196-6D6D-1462-4056DD8C7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776687"/>
            <a:ext cx="5212080" cy="319125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/>
              <a:t>Refine Model Training Set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Have ~30 Individuals in Training Set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Update Gesture Sample to be Held for Longer Time Periods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Model Recognizes Multiple Gestures in a Row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If Possible, Gather Data with PCB Board</a:t>
            </a:r>
          </a:p>
          <a:p>
            <a:r>
              <a:rPr lang="en-US" b="1"/>
              <a:t>Gesture Model Recognizes 8 Gestures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Determine Final 8 Best Gestures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8 Gestures Recognized with 90% accuracy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Determine Gesture Letter Assignments and Controls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 b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0B5094-33E8-F686-1008-BAB6FE988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081314"/>
            <a:ext cx="5212080" cy="695373"/>
          </a:xfrm>
        </p:spPr>
        <p:txBody>
          <a:bodyPr/>
          <a:lstStyle/>
          <a:p>
            <a:r>
              <a:rPr lang="en-US"/>
              <a:t>Hardware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463B04-31F7-6C79-270B-3905E2BA6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2776687"/>
            <a:ext cx="5212080" cy="319125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900" b="1"/>
              <a:t>Combine Hardware Components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Test PCB Board Functionality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Combine PCB with 3D Printed Case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Address and Hardware Design Issues</a:t>
            </a:r>
          </a:p>
          <a:p>
            <a:r>
              <a:rPr lang="en-US" sz="1900" b="1"/>
              <a:t>Word Prediction Model Recognizes Gesture Controls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Upload Gesture Recognition Model to Raspberry Pi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Test Live Gesture Prediction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Connect Predicted Gestures with </a:t>
            </a:r>
            <a:r>
              <a:rPr lang="en-US" sz="1700" err="1"/>
              <a:t>FlexType</a:t>
            </a:r>
            <a:r>
              <a:rPr lang="en-US" sz="1700"/>
              <a:t> Word Predictor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1700"/>
              <a:t>Live Word Prediction has ~60-70% Accuracy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3457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C1FB7-1C6D-76F1-B0F9-43B2076110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6" name="Picture 5" descr="Question png Vectors - Download Free High-Quality Vectors from Freepik |  Freepik">
            <a:extLst>
              <a:ext uri="{FF2B5EF4-FFF2-40B4-BE49-F238E27FC236}">
                <a16:creationId xmlns:a16="http://schemas.microsoft.com/office/drawing/2014/main" id="{6C946CD4-6E43-A4F3-7F51-AC526484F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5" r="1" b="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83660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DashVTI</vt:lpstr>
      <vt:lpstr>FlexType EMG Keyboard</vt:lpstr>
      <vt:lpstr>Project Overview</vt:lpstr>
      <vt:lpstr>Milestone #1 Goals &amp; Objectives</vt:lpstr>
      <vt:lpstr>Building Our Database</vt:lpstr>
      <vt:lpstr>Gestures and EMG Demo Video</vt:lpstr>
      <vt:lpstr>Gesture Recognition Model</vt:lpstr>
      <vt:lpstr>Current Model Performance</vt:lpstr>
      <vt:lpstr>Current Model Performance</vt:lpstr>
      <vt:lpstr>Existing FlexType Model</vt:lpstr>
      <vt:lpstr>PCB Design Milestone</vt:lpstr>
      <vt:lpstr>PCB Designs</vt:lpstr>
      <vt:lpstr>PCB Designs: BOM List</vt:lpstr>
      <vt:lpstr>Case Design Milestone</vt:lpstr>
      <vt:lpstr>Case Design Control Board PCB </vt:lpstr>
      <vt:lpstr>Case Design Electrode Board PCB </vt:lpstr>
      <vt:lpstr>PCB Design Takeaways</vt:lpstr>
      <vt:lpstr>Challenges and Obstacles </vt:lpstr>
      <vt:lpstr>Next Steps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FlexType EMG Keyboard</dc:title>
  <dc:creator/>
  <cp:revision>1</cp:revision>
  <dcterms:created xsi:type="dcterms:W3CDTF">2026-02-25T02:04:29Z</dcterms:created>
  <dcterms:modified xsi:type="dcterms:W3CDTF">2026-02-25T20:21:22Z</dcterms:modified>
</cp:coreProperties>
</file>