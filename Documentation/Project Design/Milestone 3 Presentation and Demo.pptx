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6"/>
  </p:notesMasterIdLst>
  <p:sldIdLst>
    <p:sldId id="256" r:id="rId2"/>
    <p:sldId id="283" r:id="rId3"/>
    <p:sldId id="284" r:id="rId4"/>
    <p:sldId id="285" r:id="rId5"/>
    <p:sldId id="286" r:id="rId6"/>
    <p:sldId id="287" r:id="rId7"/>
    <p:sldId id="289" r:id="rId8"/>
    <p:sldId id="297" r:id="rId9"/>
    <p:sldId id="291" r:id="rId10"/>
    <p:sldId id="292" r:id="rId11"/>
    <p:sldId id="293" r:id="rId12"/>
    <p:sldId id="294" r:id="rId13"/>
    <p:sldId id="295" r:id="rId14"/>
    <p:sldId id="29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jon Ivery" userId="S::kivery2@students.kennesaw.edu::550c173b-7d64-4191-ae77-dcd2a403e27a" providerId="AD" clId="Web-{ADEFAC64-B04F-12C1-72E6-90C5BE107880}"/>
    <pc:docChg chg="modSld">
      <pc:chgData name="Kejon Ivery" userId="S::kivery2@students.kennesaw.edu::550c173b-7d64-4191-ae77-dcd2a403e27a" providerId="AD" clId="Web-{ADEFAC64-B04F-12C1-72E6-90C5BE107880}" dt="2026-04-29T18:41:47.950" v="1710" actId="20577"/>
      <pc:docMkLst>
        <pc:docMk/>
      </pc:docMkLst>
      <pc:sldChg chg="modSp">
        <pc:chgData name="Kejon Ivery" userId="S::kivery2@students.kennesaw.edu::550c173b-7d64-4191-ae77-dcd2a403e27a" providerId="AD" clId="Web-{ADEFAC64-B04F-12C1-72E6-90C5BE107880}" dt="2026-04-29T18:35:51.507" v="1492" actId="20577"/>
        <pc:sldMkLst>
          <pc:docMk/>
          <pc:sldMk cId="760740679" sldId="283"/>
        </pc:sldMkLst>
        <pc:spChg chg="mod">
          <ac:chgData name="Kejon Ivery" userId="S::kivery2@students.kennesaw.edu::550c173b-7d64-4191-ae77-dcd2a403e27a" providerId="AD" clId="Web-{ADEFAC64-B04F-12C1-72E6-90C5BE107880}" dt="2026-04-29T18:23:50.532" v="880" actId="20577"/>
          <ac:spMkLst>
            <pc:docMk/>
            <pc:sldMk cId="760740679" sldId="283"/>
            <ac:spMk id="13" creationId="{DBD0B360-1810-4DA1-83D2-84E3FE32F9E6}"/>
          </ac:spMkLst>
        </pc:spChg>
        <pc:spChg chg="mod">
          <ac:chgData name="Kejon Ivery" userId="S::kivery2@students.kennesaw.edu::550c173b-7d64-4191-ae77-dcd2a403e27a" providerId="AD" clId="Web-{ADEFAC64-B04F-12C1-72E6-90C5BE107880}" dt="2026-04-29T18:35:51.507" v="1492" actId="20577"/>
          <ac:spMkLst>
            <pc:docMk/>
            <pc:sldMk cId="760740679" sldId="283"/>
            <ac:spMk id="16" creationId="{07C3B7E2-951C-A20D-04C9-928813518C22}"/>
          </ac:spMkLst>
        </pc:spChg>
      </pc:sldChg>
      <pc:sldChg chg="modSp">
        <pc:chgData name="Kejon Ivery" userId="S::kivery2@students.kennesaw.edu::550c173b-7d64-4191-ae77-dcd2a403e27a" providerId="AD" clId="Web-{ADEFAC64-B04F-12C1-72E6-90C5BE107880}" dt="2026-04-29T18:41:47.950" v="1710" actId="20577"/>
        <pc:sldMkLst>
          <pc:docMk/>
          <pc:sldMk cId="186503923" sldId="285"/>
        </pc:sldMkLst>
        <pc:spChg chg="mod">
          <ac:chgData name="Kejon Ivery" userId="S::kivery2@students.kennesaw.edu::550c173b-7d64-4191-ae77-dcd2a403e27a" providerId="AD" clId="Web-{ADEFAC64-B04F-12C1-72E6-90C5BE107880}" dt="2026-04-29T18:41:47.950" v="1710" actId="20577"/>
          <ac:spMkLst>
            <pc:docMk/>
            <pc:sldMk cId="186503923" sldId="285"/>
            <ac:spMk id="13" creationId="{D030A9A6-9103-E410-5866-0F7AB69D027D}"/>
          </ac:spMkLst>
        </pc:spChg>
        <pc:spChg chg="mod">
          <ac:chgData name="Kejon Ivery" userId="S::kivery2@students.kennesaw.edu::550c173b-7d64-4191-ae77-dcd2a403e27a" providerId="AD" clId="Web-{ADEFAC64-B04F-12C1-72E6-90C5BE107880}" dt="2026-04-29T18:40:29.527" v="1582" actId="20577"/>
          <ac:spMkLst>
            <pc:docMk/>
            <pc:sldMk cId="186503923" sldId="285"/>
            <ac:spMk id="16" creationId="{FC4C02A2-D09B-9159-541C-BC8CE4ACEC82}"/>
          </ac:spMkLst>
        </pc:spChg>
      </pc:sldChg>
    </pc:docChg>
  </pc:docChgLst>
  <pc:docChgLst>
    <pc:chgData name="Julia Johnson" userId="S::jjoh1175@students.kennesaw.edu::bece193e-bc41-4e93-bd62-ef751322be5f" providerId="AD" clId="Web-{E0B242F8-4CF5-981B-0599-06770B6468E3}"/>
    <pc:docChg chg="modSld">
      <pc:chgData name="Julia Johnson" userId="S::jjoh1175@students.kennesaw.edu::bece193e-bc41-4e93-bd62-ef751322be5f" providerId="AD" clId="Web-{E0B242F8-4CF5-981B-0599-06770B6468E3}" dt="2026-04-29T15:45:50.401" v="17" actId="1076"/>
      <pc:docMkLst>
        <pc:docMk/>
      </pc:docMkLst>
      <pc:sldChg chg="modSp">
        <pc:chgData name="Julia Johnson" userId="S::jjoh1175@students.kennesaw.edu::bece193e-bc41-4e93-bd62-ef751322be5f" providerId="AD" clId="Web-{E0B242F8-4CF5-981B-0599-06770B6468E3}" dt="2026-04-29T15:43:43.214" v="2" actId="20577"/>
        <pc:sldMkLst>
          <pc:docMk/>
          <pc:sldMk cId="2101286299" sldId="284"/>
        </pc:sldMkLst>
        <pc:spChg chg="mod">
          <ac:chgData name="Julia Johnson" userId="S::jjoh1175@students.kennesaw.edu::bece193e-bc41-4e93-bd62-ef751322be5f" providerId="AD" clId="Web-{E0B242F8-4CF5-981B-0599-06770B6468E3}" dt="2026-04-29T15:43:43.214" v="2" actId="20577"/>
          <ac:spMkLst>
            <pc:docMk/>
            <pc:sldMk cId="2101286299" sldId="284"/>
            <ac:spMk id="13" creationId="{118DC1F1-F2EE-4980-7ECD-E99C2B46A0A2}"/>
          </ac:spMkLst>
        </pc:spChg>
      </pc:sldChg>
      <pc:sldChg chg="modSp">
        <pc:chgData name="Julia Johnson" userId="S::jjoh1175@students.kennesaw.edu::bece193e-bc41-4e93-bd62-ef751322be5f" providerId="AD" clId="Web-{E0B242F8-4CF5-981B-0599-06770B6468E3}" dt="2026-04-29T15:45:50.401" v="17" actId="1076"/>
        <pc:sldMkLst>
          <pc:docMk/>
          <pc:sldMk cId="3907223169" sldId="292"/>
        </pc:sldMkLst>
        <pc:picChg chg="mod">
          <ac:chgData name="Julia Johnson" userId="S::jjoh1175@students.kennesaw.edu::bece193e-bc41-4e93-bd62-ef751322be5f" providerId="AD" clId="Web-{E0B242F8-4CF5-981B-0599-06770B6468E3}" dt="2026-04-29T15:45:50.401" v="17" actId="1076"/>
          <ac:picMkLst>
            <pc:docMk/>
            <pc:sldMk cId="3907223169" sldId="292"/>
            <ac:picMk id="3" creationId="{589E7ED9-D871-286B-CE4C-39C0B05BAE44}"/>
          </ac:picMkLst>
        </pc:picChg>
      </pc:sldChg>
      <pc:sldChg chg="modSp">
        <pc:chgData name="Julia Johnson" userId="S::jjoh1175@students.kennesaw.edu::bece193e-bc41-4e93-bd62-ef751322be5f" providerId="AD" clId="Web-{E0B242F8-4CF5-981B-0599-06770B6468E3}" dt="2026-04-29T15:44:12.839" v="6" actId="1076"/>
        <pc:sldMkLst>
          <pc:docMk/>
          <pc:sldMk cId="1723939986" sldId="294"/>
        </pc:sldMkLst>
        <pc:spChg chg="mod">
          <ac:chgData name="Julia Johnson" userId="S::jjoh1175@students.kennesaw.edu::bece193e-bc41-4e93-bd62-ef751322be5f" providerId="AD" clId="Web-{E0B242F8-4CF5-981B-0599-06770B6468E3}" dt="2026-04-29T15:44:12.777" v="4" actId="1076"/>
          <ac:spMkLst>
            <pc:docMk/>
            <pc:sldMk cId="1723939986" sldId="294"/>
            <ac:spMk id="3" creationId="{E6F7582E-AF1F-5EA4-69E2-F9F0D154599F}"/>
          </ac:spMkLst>
        </pc:spChg>
        <pc:spChg chg="mod">
          <ac:chgData name="Julia Johnson" userId="S::jjoh1175@students.kennesaw.edu::bece193e-bc41-4e93-bd62-ef751322be5f" providerId="AD" clId="Web-{E0B242F8-4CF5-981B-0599-06770B6468E3}" dt="2026-04-29T15:44:12.777" v="3" actId="1076"/>
          <ac:spMkLst>
            <pc:docMk/>
            <pc:sldMk cId="1723939986" sldId="294"/>
            <ac:spMk id="4" creationId="{41EE6D15-48AD-31E4-E643-08517326B47F}"/>
          </ac:spMkLst>
        </pc:spChg>
        <pc:picChg chg="mod">
          <ac:chgData name="Julia Johnson" userId="S::jjoh1175@students.kennesaw.edu::bece193e-bc41-4e93-bd62-ef751322be5f" providerId="AD" clId="Web-{E0B242F8-4CF5-981B-0599-06770B6468E3}" dt="2026-04-29T15:44:12.808" v="5" actId="1076"/>
          <ac:picMkLst>
            <pc:docMk/>
            <pc:sldMk cId="1723939986" sldId="294"/>
            <ac:picMk id="5" creationId="{B69D7609-475F-BE81-FFB6-B2BE8FED39C3}"/>
          </ac:picMkLst>
        </pc:picChg>
        <pc:picChg chg="mod">
          <ac:chgData name="Julia Johnson" userId="S::jjoh1175@students.kennesaw.edu::bece193e-bc41-4e93-bd62-ef751322be5f" providerId="AD" clId="Web-{E0B242F8-4CF5-981B-0599-06770B6468E3}" dt="2026-04-29T15:44:12.839" v="6" actId="1076"/>
          <ac:picMkLst>
            <pc:docMk/>
            <pc:sldMk cId="1723939986" sldId="294"/>
            <ac:picMk id="8" creationId="{87287E5E-D11A-01F4-58E7-552A6B75EF7C}"/>
          </ac:picMkLst>
        </pc:picChg>
      </pc:sldChg>
      <pc:sldChg chg="modSp">
        <pc:chgData name="Julia Johnson" userId="S::jjoh1175@students.kennesaw.edu::bece193e-bc41-4e93-bd62-ef751322be5f" providerId="AD" clId="Web-{E0B242F8-4CF5-981B-0599-06770B6468E3}" dt="2026-04-29T15:44:54.120" v="15" actId="1076"/>
        <pc:sldMkLst>
          <pc:docMk/>
          <pc:sldMk cId="1343231391" sldId="296"/>
        </pc:sldMkLst>
        <pc:spChg chg="mod">
          <ac:chgData name="Julia Johnson" userId="S::jjoh1175@students.kennesaw.edu::bece193e-bc41-4e93-bd62-ef751322be5f" providerId="AD" clId="Web-{E0B242F8-4CF5-981B-0599-06770B6468E3}" dt="2026-04-29T15:44:54.120" v="15" actId="1076"/>
          <ac:spMkLst>
            <pc:docMk/>
            <pc:sldMk cId="1343231391" sldId="296"/>
            <ac:spMk id="3" creationId="{C6FC6587-2954-788C-36F5-B9903D85B98D}"/>
          </ac:spMkLst>
        </pc:spChg>
        <pc:spChg chg="mod">
          <ac:chgData name="Julia Johnson" userId="S::jjoh1175@students.kennesaw.edu::bece193e-bc41-4e93-bd62-ef751322be5f" providerId="AD" clId="Web-{E0B242F8-4CF5-981B-0599-06770B6468E3}" dt="2026-04-29T15:44:50.698" v="14" actId="1076"/>
          <ac:spMkLst>
            <pc:docMk/>
            <pc:sldMk cId="1343231391" sldId="296"/>
            <ac:spMk id="6" creationId="{F22EFA45-03AA-C8B7-5E4A-4171855D230C}"/>
          </ac:spMkLst>
        </pc:spChg>
      </pc:sldChg>
    </pc:docChg>
  </pc:docChgLst>
  <pc:docChgLst>
    <pc:chgData name="Julia Johnson" userId="S::jjoh1175@students.kennesaw.edu::bece193e-bc41-4e93-bd62-ef751322be5f" providerId="AD" clId="Web-{01769963-4959-CF9E-8E87-161758A1F0E7}"/>
    <pc:docChg chg="addSld delSld modSld">
      <pc:chgData name="Julia Johnson" userId="S::jjoh1175@students.kennesaw.edu::bece193e-bc41-4e93-bd62-ef751322be5f" providerId="AD" clId="Web-{01769963-4959-CF9E-8E87-161758A1F0E7}" dt="2026-04-28T21:23:55.300" v="610" actId="20577"/>
      <pc:docMkLst>
        <pc:docMk/>
      </pc:docMkLst>
      <pc:sldChg chg="addSp delSp modSp add del mod replId modClrScheme chgLayout">
        <pc:chgData name="Julia Johnson" userId="S::jjoh1175@students.kennesaw.edu::bece193e-bc41-4e93-bd62-ef751322be5f" providerId="AD" clId="Web-{01769963-4959-CF9E-8E87-161758A1F0E7}" dt="2026-04-28T21:10:58.869" v="122" actId="20577"/>
        <pc:sldMkLst>
          <pc:docMk/>
          <pc:sldMk cId="760740679" sldId="283"/>
        </pc:sldMkLst>
        <pc:spChg chg="mod ord">
          <ac:chgData name="Julia Johnson" userId="S::jjoh1175@students.kennesaw.edu::bece193e-bc41-4e93-bd62-ef751322be5f" providerId="AD" clId="Web-{01769963-4959-CF9E-8E87-161758A1F0E7}" dt="2026-04-28T21:10:34.010" v="93"/>
          <ac:spMkLst>
            <pc:docMk/>
            <pc:sldMk cId="760740679" sldId="283"/>
            <ac:spMk id="2" creationId="{FDC8D1EC-2ECE-E02C-9D81-6CB60CB1BD47}"/>
          </ac:spMkLst>
        </pc:spChg>
        <pc:spChg chg="add mod ord">
          <ac:chgData name="Julia Johnson" userId="S::jjoh1175@students.kennesaw.edu::bece193e-bc41-4e93-bd62-ef751322be5f" providerId="AD" clId="Web-{01769963-4959-CF9E-8E87-161758A1F0E7}" dt="2026-04-28T21:10:34.010" v="93"/>
          <ac:spMkLst>
            <pc:docMk/>
            <pc:sldMk cId="760740679" sldId="283"/>
            <ac:spMk id="13" creationId="{DBD0B360-1810-4DA1-83D2-84E3FE32F9E6}"/>
          </ac:spMkLst>
        </pc:spChg>
        <pc:spChg chg="add mod ord">
          <ac:chgData name="Julia Johnson" userId="S::jjoh1175@students.kennesaw.edu::bece193e-bc41-4e93-bd62-ef751322be5f" providerId="AD" clId="Web-{01769963-4959-CF9E-8E87-161758A1F0E7}" dt="2026-04-28T21:10:58.869" v="122" actId="20577"/>
          <ac:spMkLst>
            <pc:docMk/>
            <pc:sldMk cId="760740679" sldId="283"/>
            <ac:spMk id="16" creationId="{07C3B7E2-951C-A20D-04C9-928813518C22}"/>
          </ac:spMkLst>
        </pc:spChg>
      </pc:sldChg>
      <pc:sldChg chg="modSp add replId">
        <pc:chgData name="Julia Johnson" userId="S::jjoh1175@students.kennesaw.edu::bece193e-bc41-4e93-bd62-ef751322be5f" providerId="AD" clId="Web-{01769963-4959-CF9E-8E87-161758A1F0E7}" dt="2026-04-28T21:12:22.986" v="179" actId="20577"/>
        <pc:sldMkLst>
          <pc:docMk/>
          <pc:sldMk cId="2101286299" sldId="284"/>
        </pc:sldMkLst>
        <pc:spChg chg="mod">
          <ac:chgData name="Julia Johnson" userId="S::jjoh1175@students.kennesaw.edu::bece193e-bc41-4e93-bd62-ef751322be5f" providerId="AD" clId="Web-{01769963-4959-CF9E-8E87-161758A1F0E7}" dt="2026-04-28T21:12:13.626" v="174" actId="20577"/>
          <ac:spMkLst>
            <pc:docMk/>
            <pc:sldMk cId="2101286299" sldId="284"/>
            <ac:spMk id="2" creationId="{B54315A6-9AC7-4FF9-0102-1FF0BE77E273}"/>
          </ac:spMkLst>
        </pc:spChg>
        <pc:spChg chg="mod">
          <ac:chgData name="Julia Johnson" userId="S::jjoh1175@students.kennesaw.edu::bece193e-bc41-4e93-bd62-ef751322be5f" providerId="AD" clId="Web-{01769963-4959-CF9E-8E87-161758A1F0E7}" dt="2026-04-28T21:12:22.986" v="179" actId="20577"/>
          <ac:spMkLst>
            <pc:docMk/>
            <pc:sldMk cId="2101286299" sldId="284"/>
            <ac:spMk id="13" creationId="{118DC1F1-F2EE-4980-7ECD-E99C2B46A0A2}"/>
          </ac:spMkLst>
        </pc:spChg>
        <pc:spChg chg="mod">
          <ac:chgData name="Julia Johnson" userId="S::jjoh1175@students.kennesaw.edu::bece193e-bc41-4e93-bd62-ef751322be5f" providerId="AD" clId="Web-{01769963-4959-CF9E-8E87-161758A1F0E7}" dt="2026-04-28T21:12:03.140" v="159" actId="20577"/>
          <ac:spMkLst>
            <pc:docMk/>
            <pc:sldMk cId="2101286299" sldId="284"/>
            <ac:spMk id="16" creationId="{35A3D5E2-A9AC-DBD7-E16E-09BE7975E3B9}"/>
          </ac:spMkLst>
        </pc:spChg>
      </pc:sldChg>
      <pc:sldChg chg="modSp add replId">
        <pc:chgData name="Julia Johnson" userId="S::jjoh1175@students.kennesaw.edu::bece193e-bc41-4e93-bd62-ef751322be5f" providerId="AD" clId="Web-{01769963-4959-CF9E-8E87-161758A1F0E7}" dt="2026-04-28T21:13:14.726" v="222" actId="20577"/>
        <pc:sldMkLst>
          <pc:docMk/>
          <pc:sldMk cId="186503923" sldId="285"/>
        </pc:sldMkLst>
        <pc:spChg chg="mod">
          <ac:chgData name="Julia Johnson" userId="S::jjoh1175@students.kennesaw.edu::bece193e-bc41-4e93-bd62-ef751322be5f" providerId="AD" clId="Web-{01769963-4959-CF9E-8E87-161758A1F0E7}" dt="2026-04-28T21:12:44.598" v="192" actId="20577"/>
          <ac:spMkLst>
            <pc:docMk/>
            <pc:sldMk cId="186503923" sldId="285"/>
            <ac:spMk id="2" creationId="{8E3C0FDE-8AE8-4B38-C401-3D3697FD9552}"/>
          </ac:spMkLst>
        </pc:spChg>
        <pc:spChg chg="mod">
          <ac:chgData name="Julia Johnson" userId="S::jjoh1175@students.kennesaw.edu::bece193e-bc41-4e93-bd62-ef751322be5f" providerId="AD" clId="Web-{01769963-4959-CF9E-8E87-161758A1F0E7}" dt="2026-04-28T21:13:01.678" v="208" actId="20577"/>
          <ac:spMkLst>
            <pc:docMk/>
            <pc:sldMk cId="186503923" sldId="285"/>
            <ac:spMk id="13" creationId="{D030A9A6-9103-E410-5866-0F7AB69D027D}"/>
          </ac:spMkLst>
        </pc:spChg>
        <pc:spChg chg="mod">
          <ac:chgData name="Julia Johnson" userId="S::jjoh1175@students.kennesaw.edu::bece193e-bc41-4e93-bd62-ef751322be5f" providerId="AD" clId="Web-{01769963-4959-CF9E-8E87-161758A1F0E7}" dt="2026-04-28T21:13:14.726" v="222" actId="20577"/>
          <ac:spMkLst>
            <pc:docMk/>
            <pc:sldMk cId="186503923" sldId="285"/>
            <ac:spMk id="16" creationId="{FC4C02A2-D09B-9159-541C-BC8CE4ACEC82}"/>
          </ac:spMkLst>
        </pc:spChg>
      </pc:sldChg>
      <pc:sldChg chg="addSp delSp modSp add mod replId modClrScheme chgLayout">
        <pc:chgData name="Julia Johnson" userId="S::jjoh1175@students.kennesaw.edu::bece193e-bc41-4e93-bd62-ef751322be5f" providerId="AD" clId="Web-{01769963-4959-CF9E-8E87-161758A1F0E7}" dt="2026-04-28T21:14:53.640" v="271" actId="20577"/>
        <pc:sldMkLst>
          <pc:docMk/>
          <pc:sldMk cId="2535871228" sldId="286"/>
        </pc:sldMkLst>
        <pc:spChg chg="mod ord">
          <ac:chgData name="Julia Johnson" userId="S::jjoh1175@students.kennesaw.edu::bece193e-bc41-4e93-bd62-ef751322be5f" providerId="AD" clId="Web-{01769963-4959-CF9E-8E87-161758A1F0E7}" dt="2026-04-28T21:14:53.640" v="271" actId="20577"/>
          <ac:spMkLst>
            <pc:docMk/>
            <pc:sldMk cId="2535871228" sldId="286"/>
            <ac:spMk id="2" creationId="{7B080965-6167-3FFF-B762-F0A0CE773649}"/>
          </ac:spMkLst>
        </pc:spChg>
      </pc:sldChg>
      <pc:sldChg chg="modSp add replId">
        <pc:chgData name="Julia Johnson" userId="S::jjoh1175@students.kennesaw.edu::bece193e-bc41-4e93-bd62-ef751322be5f" providerId="AD" clId="Web-{01769963-4959-CF9E-8E87-161758A1F0E7}" dt="2026-04-28T21:18:03.901" v="341" actId="20577"/>
        <pc:sldMkLst>
          <pc:docMk/>
          <pc:sldMk cId="3265264536" sldId="287"/>
        </pc:sldMkLst>
        <pc:spChg chg="mod">
          <ac:chgData name="Julia Johnson" userId="S::jjoh1175@students.kennesaw.edu::bece193e-bc41-4e93-bd62-ef751322be5f" providerId="AD" clId="Web-{01769963-4959-CF9E-8E87-161758A1F0E7}" dt="2026-04-28T21:15:14.985" v="274" actId="20577"/>
          <ac:spMkLst>
            <pc:docMk/>
            <pc:sldMk cId="3265264536" sldId="287"/>
            <ac:spMk id="2" creationId="{71B94886-FE72-D640-B4B8-56B70913DAC9}"/>
          </ac:spMkLst>
        </pc:spChg>
      </pc:sldChg>
      <pc:sldChg chg="addSp modSp add mod replId modClrScheme chgLayout">
        <pc:chgData name="Julia Johnson" userId="S::jjoh1175@students.kennesaw.edu::bece193e-bc41-4e93-bd62-ef751322be5f" providerId="AD" clId="Web-{01769963-4959-CF9E-8E87-161758A1F0E7}" dt="2026-04-28T21:18:21.322" v="363" actId="20577"/>
        <pc:sldMkLst>
          <pc:docMk/>
          <pc:sldMk cId="1492820635" sldId="289"/>
        </pc:sldMkLst>
        <pc:spChg chg="mod ord">
          <ac:chgData name="Julia Johnson" userId="S::jjoh1175@students.kennesaw.edu::bece193e-bc41-4e93-bd62-ef751322be5f" providerId="AD" clId="Web-{01769963-4959-CF9E-8E87-161758A1F0E7}" dt="2026-04-28T21:17:45.837" v="335"/>
          <ac:spMkLst>
            <pc:docMk/>
            <pc:sldMk cId="1492820635" sldId="289"/>
            <ac:spMk id="2" creationId="{70E678D2-613B-A214-7850-4A92AA74E042}"/>
          </ac:spMkLst>
        </pc:spChg>
        <pc:spChg chg="add mod ord">
          <ac:chgData name="Julia Johnson" userId="S::jjoh1175@students.kennesaw.edu::bece193e-bc41-4e93-bd62-ef751322be5f" providerId="AD" clId="Web-{01769963-4959-CF9E-8E87-161758A1F0E7}" dt="2026-04-28T21:18:21.322" v="363" actId="20577"/>
          <ac:spMkLst>
            <pc:docMk/>
            <pc:sldMk cId="1492820635" sldId="289"/>
            <ac:spMk id="3" creationId="{3855EFF9-AC17-3AB3-32CE-7D029B374E5C}"/>
          </ac:spMkLst>
        </pc:spChg>
        <pc:spChg chg="mod ord">
          <ac:chgData name="Julia Johnson" userId="S::jjoh1175@students.kennesaw.edu::bece193e-bc41-4e93-bd62-ef751322be5f" providerId="AD" clId="Web-{01769963-4959-CF9E-8E87-161758A1F0E7}" dt="2026-04-28T21:18:15.932" v="356" actId="20577"/>
          <ac:spMkLst>
            <pc:docMk/>
            <pc:sldMk cId="1492820635" sldId="289"/>
            <ac:spMk id="4" creationId="{A6AD5088-D913-B34A-A454-0B59B188D6C9}"/>
          </ac:spMkLst>
        </pc:spChg>
      </pc:sldChg>
      <pc:sldChg chg="modSp add replId">
        <pc:chgData name="Julia Johnson" userId="S::jjoh1175@students.kennesaw.edu::bece193e-bc41-4e93-bd62-ef751322be5f" providerId="AD" clId="Web-{01769963-4959-CF9E-8E87-161758A1F0E7}" dt="2026-04-28T21:19:03.261" v="422" actId="20577"/>
        <pc:sldMkLst>
          <pc:docMk/>
          <pc:sldMk cId="3480248813" sldId="291"/>
        </pc:sldMkLst>
        <pc:spChg chg="mod">
          <ac:chgData name="Julia Johnson" userId="S::jjoh1175@students.kennesaw.edu::bece193e-bc41-4e93-bd62-ef751322be5f" providerId="AD" clId="Web-{01769963-4959-CF9E-8E87-161758A1F0E7}" dt="2026-04-28T21:17:19.851" v="332" actId="20577"/>
          <ac:spMkLst>
            <pc:docMk/>
            <pc:sldMk cId="3480248813" sldId="291"/>
            <ac:spMk id="2" creationId="{3E9810D2-E17E-6DF6-9BA5-91F84391DD3D}"/>
          </ac:spMkLst>
        </pc:spChg>
      </pc:sldChg>
      <pc:sldChg chg="modSp add replId">
        <pc:chgData name="Julia Johnson" userId="S::jjoh1175@students.kennesaw.edu::bece193e-bc41-4e93-bd62-ef751322be5f" providerId="AD" clId="Web-{01769963-4959-CF9E-8E87-161758A1F0E7}" dt="2026-04-28T21:19:36.826" v="469" actId="20577"/>
        <pc:sldMkLst>
          <pc:docMk/>
          <pc:sldMk cId="3907223169" sldId="292"/>
        </pc:sldMkLst>
        <pc:spChg chg="mod">
          <ac:chgData name="Julia Johnson" userId="S::jjoh1175@students.kennesaw.edu::bece193e-bc41-4e93-bd62-ef751322be5f" providerId="AD" clId="Web-{01769963-4959-CF9E-8E87-161758A1F0E7}" dt="2026-04-28T21:19:24.059" v="447" actId="20577"/>
          <ac:spMkLst>
            <pc:docMk/>
            <pc:sldMk cId="3907223169" sldId="292"/>
            <ac:spMk id="2" creationId="{79A20024-888C-14EB-8F44-FDB18BA58879}"/>
          </ac:spMkLst>
        </pc:spChg>
      </pc:sldChg>
      <pc:sldChg chg="addSp modSp add mod replId modClrScheme chgLayout">
        <pc:chgData name="Julia Johnson" userId="S::jjoh1175@students.kennesaw.edu::bece193e-bc41-4e93-bd62-ef751322be5f" providerId="AD" clId="Web-{01769963-4959-CF9E-8E87-161758A1F0E7}" dt="2026-04-28T21:20:01.951" v="483" actId="20577"/>
        <pc:sldMkLst>
          <pc:docMk/>
          <pc:sldMk cId="673848923" sldId="293"/>
        </pc:sldMkLst>
        <pc:spChg chg="mod ord">
          <ac:chgData name="Julia Johnson" userId="S::jjoh1175@students.kennesaw.edu::bece193e-bc41-4e93-bd62-ef751322be5f" providerId="AD" clId="Web-{01769963-4959-CF9E-8E87-161758A1F0E7}" dt="2026-04-28T21:19:48.904" v="471"/>
          <ac:spMkLst>
            <pc:docMk/>
            <pc:sldMk cId="673848923" sldId="293"/>
            <ac:spMk id="2" creationId="{68324ACF-6F7C-0A38-18EF-DA80AB4258BE}"/>
          </ac:spMkLst>
        </pc:spChg>
      </pc:sldChg>
      <pc:sldChg chg="modSp add replId">
        <pc:chgData name="Julia Johnson" userId="S::jjoh1175@students.kennesaw.edu::bece193e-bc41-4e93-bd62-ef751322be5f" providerId="AD" clId="Web-{01769963-4959-CF9E-8E87-161758A1F0E7}" dt="2026-04-28T21:20:36.671" v="518" actId="20577"/>
        <pc:sldMkLst>
          <pc:docMk/>
          <pc:sldMk cId="1723939986" sldId="294"/>
        </pc:sldMkLst>
        <pc:spChg chg="mod">
          <ac:chgData name="Julia Johnson" userId="S::jjoh1175@students.kennesaw.edu::bece193e-bc41-4e93-bd62-ef751322be5f" providerId="AD" clId="Web-{01769963-4959-CF9E-8E87-161758A1F0E7}" dt="2026-04-28T21:20:14.904" v="497" actId="20577"/>
          <ac:spMkLst>
            <pc:docMk/>
            <pc:sldMk cId="1723939986" sldId="294"/>
            <ac:spMk id="2" creationId="{CB0C063A-C5E9-24D1-2567-BCDBF5FBE161}"/>
          </ac:spMkLst>
        </pc:spChg>
        <pc:spChg chg="mod">
          <ac:chgData name="Julia Johnson" userId="S::jjoh1175@students.kennesaw.edu::bece193e-bc41-4e93-bd62-ef751322be5f" providerId="AD" clId="Web-{01769963-4959-CF9E-8E87-161758A1F0E7}" dt="2026-04-28T21:20:36.671" v="518" actId="20577"/>
          <ac:spMkLst>
            <pc:docMk/>
            <pc:sldMk cId="1723939986" sldId="294"/>
            <ac:spMk id="3" creationId="{E6F7582E-AF1F-5EA4-69E2-F9F0D154599F}"/>
          </ac:spMkLst>
        </pc:spChg>
        <pc:spChg chg="mod">
          <ac:chgData name="Julia Johnson" userId="S::jjoh1175@students.kennesaw.edu::bece193e-bc41-4e93-bd62-ef751322be5f" providerId="AD" clId="Web-{01769963-4959-CF9E-8E87-161758A1F0E7}" dt="2026-04-28T21:20:29.467" v="507" actId="20577"/>
          <ac:spMkLst>
            <pc:docMk/>
            <pc:sldMk cId="1723939986" sldId="294"/>
            <ac:spMk id="4" creationId="{41EE6D15-48AD-31E4-E643-08517326B47F}"/>
          </ac:spMkLst>
        </pc:spChg>
      </pc:sldChg>
      <pc:sldChg chg="addSp delSp modSp add mod replId modClrScheme chgLayout">
        <pc:chgData name="Julia Johnson" userId="S::jjoh1175@students.kennesaw.edu::bece193e-bc41-4e93-bd62-ef751322be5f" providerId="AD" clId="Web-{01769963-4959-CF9E-8E87-161758A1F0E7}" dt="2026-04-28T21:23:15.471" v="575" actId="20577"/>
        <pc:sldMkLst>
          <pc:docMk/>
          <pc:sldMk cId="2147956334" sldId="295"/>
        </pc:sldMkLst>
        <pc:spChg chg="mod ord">
          <ac:chgData name="Julia Johnson" userId="S::jjoh1175@students.kennesaw.edu::bece193e-bc41-4e93-bd62-ef751322be5f" providerId="AD" clId="Web-{01769963-4959-CF9E-8E87-161758A1F0E7}" dt="2026-04-28T21:22:57.502" v="538" actId="20577"/>
          <ac:spMkLst>
            <pc:docMk/>
            <pc:sldMk cId="2147956334" sldId="295"/>
            <ac:spMk id="2" creationId="{A2BD177B-EF25-BAB9-9D53-BF49ABEADDB5}"/>
          </ac:spMkLst>
        </pc:spChg>
      </pc:sldChg>
      <pc:sldChg chg="addSp modSp add mod replId modClrScheme chgLayout">
        <pc:chgData name="Julia Johnson" userId="S::jjoh1175@students.kennesaw.edu::bece193e-bc41-4e93-bd62-ef751322be5f" providerId="AD" clId="Web-{01769963-4959-CF9E-8E87-161758A1F0E7}" dt="2026-04-28T21:23:55.300" v="610" actId="20577"/>
        <pc:sldMkLst>
          <pc:docMk/>
          <pc:sldMk cId="1343231391" sldId="296"/>
        </pc:sldMkLst>
        <pc:spChg chg="mod ord">
          <ac:chgData name="Julia Johnson" userId="S::jjoh1175@students.kennesaw.edu::bece193e-bc41-4e93-bd62-ef751322be5f" providerId="AD" clId="Web-{01769963-4959-CF9E-8E87-161758A1F0E7}" dt="2026-04-28T21:23:35.347" v="584"/>
          <ac:spMkLst>
            <pc:docMk/>
            <pc:sldMk cId="1343231391" sldId="296"/>
            <ac:spMk id="2" creationId="{E34B2818-E3A7-0472-8D3E-B02923C159B3}"/>
          </ac:spMkLst>
        </pc:spChg>
        <pc:spChg chg="add mod ord">
          <ac:chgData name="Julia Johnson" userId="S::jjoh1175@students.kennesaw.edu::bece193e-bc41-4e93-bd62-ef751322be5f" providerId="AD" clId="Web-{01769963-4959-CF9E-8E87-161758A1F0E7}" dt="2026-04-28T21:23:55.300" v="610" actId="20577"/>
          <ac:spMkLst>
            <pc:docMk/>
            <pc:sldMk cId="1343231391" sldId="296"/>
            <ac:spMk id="3" creationId="{C6FC6587-2954-788C-36F5-B9903D85B98D}"/>
          </ac:spMkLst>
        </pc:spChg>
        <pc:spChg chg="mod ord">
          <ac:chgData name="Julia Johnson" userId="S::jjoh1175@students.kennesaw.edu::bece193e-bc41-4e93-bd62-ef751322be5f" providerId="AD" clId="Web-{01769963-4959-CF9E-8E87-161758A1F0E7}" dt="2026-04-28T21:23:47.972" v="601" actId="20577"/>
          <ac:spMkLst>
            <pc:docMk/>
            <pc:sldMk cId="1343231391" sldId="296"/>
            <ac:spMk id="6" creationId="{F22EFA45-03AA-C8B7-5E4A-4171855D230C}"/>
          </ac:spMkLst>
        </pc:spChg>
      </pc:sldChg>
    </pc:docChg>
  </pc:docChgLst>
  <pc:docChgLst>
    <pc:chgData name="Giancarlos Hernandez Mendez" userId="S::gherna39@students.kennesaw.edu::6d1c9635-3454-48f9-b0f8-dbffbdbcbd51" providerId="AD" clId="Web-{100F1C18-5233-DD49-942B-2EFC09A841A1}"/>
    <pc:docChg chg="modSld">
      <pc:chgData name="Giancarlos Hernandez Mendez" userId="S::gherna39@students.kennesaw.edu::6d1c9635-3454-48f9-b0f8-dbffbdbcbd51" providerId="AD" clId="Web-{100F1C18-5233-DD49-942B-2EFC09A841A1}" dt="2026-04-29T06:29:12.317" v="571" actId="1076"/>
      <pc:docMkLst>
        <pc:docMk/>
      </pc:docMkLst>
      <pc:sldChg chg="addSp delSp modSp">
        <pc:chgData name="Giancarlos Hernandez Mendez" userId="S::gherna39@students.kennesaw.edu::6d1c9635-3454-48f9-b0f8-dbffbdbcbd51" providerId="AD" clId="Web-{100F1C18-5233-DD49-942B-2EFC09A841A1}" dt="2026-04-29T06:29:12.317" v="571" actId="1076"/>
        <pc:sldMkLst>
          <pc:docMk/>
          <pc:sldMk cId="3265264536" sldId="287"/>
        </pc:sldMkLst>
        <pc:spChg chg="add mod">
          <ac:chgData name="Giancarlos Hernandez Mendez" userId="S::gherna39@students.kennesaw.edu::6d1c9635-3454-48f9-b0f8-dbffbdbcbd51" providerId="AD" clId="Web-{100F1C18-5233-DD49-942B-2EFC09A841A1}" dt="2026-04-29T06:16:10.253" v="231" actId="1076"/>
          <ac:spMkLst>
            <pc:docMk/>
            <pc:sldMk cId="3265264536" sldId="287"/>
            <ac:spMk id="3" creationId="{51F63B3F-74CD-A065-3F34-7193E849BC23}"/>
          </ac:spMkLst>
        </pc:spChg>
        <pc:spChg chg="add mod">
          <ac:chgData name="Giancarlos Hernandez Mendez" userId="S::gherna39@students.kennesaw.edu::6d1c9635-3454-48f9-b0f8-dbffbdbcbd51" providerId="AD" clId="Web-{100F1C18-5233-DD49-942B-2EFC09A841A1}" dt="2026-04-29T06:12:09.951" v="137" actId="1076"/>
          <ac:spMkLst>
            <pc:docMk/>
            <pc:sldMk cId="3265264536" sldId="287"/>
            <ac:spMk id="5" creationId="{24F43145-0CAA-3AC1-F6E6-34E577E63CAA}"/>
          </ac:spMkLst>
        </pc:spChg>
        <pc:spChg chg="add mod">
          <ac:chgData name="Giancarlos Hernandez Mendez" userId="S::gherna39@students.kennesaw.edu::6d1c9635-3454-48f9-b0f8-dbffbdbcbd51" providerId="AD" clId="Web-{100F1C18-5233-DD49-942B-2EFC09A841A1}" dt="2026-04-29T06:12:03.576" v="135" actId="1076"/>
          <ac:spMkLst>
            <pc:docMk/>
            <pc:sldMk cId="3265264536" sldId="287"/>
            <ac:spMk id="7" creationId="{05C2F616-2725-0D80-D513-9F21AD7A428B}"/>
          </ac:spMkLst>
        </pc:spChg>
        <pc:spChg chg="add mod">
          <ac:chgData name="Giancarlos Hernandez Mendez" userId="S::gherna39@students.kennesaw.edu::6d1c9635-3454-48f9-b0f8-dbffbdbcbd51" providerId="AD" clId="Web-{100F1C18-5233-DD49-942B-2EFC09A841A1}" dt="2026-04-29T06:10:43.058" v="98" actId="20577"/>
          <ac:spMkLst>
            <pc:docMk/>
            <pc:sldMk cId="3265264536" sldId="287"/>
            <ac:spMk id="8" creationId="{77C82424-1FBB-DB68-35A3-B33608E79E9A}"/>
          </ac:spMkLst>
        </pc:spChg>
        <pc:spChg chg="add mod">
          <ac:chgData name="Giancarlos Hernandez Mendez" userId="S::gherna39@students.kennesaw.edu::6d1c9635-3454-48f9-b0f8-dbffbdbcbd51" providerId="AD" clId="Web-{100F1C18-5233-DD49-942B-2EFC09A841A1}" dt="2026-04-29T06:12:11.889" v="138" actId="1076"/>
          <ac:spMkLst>
            <pc:docMk/>
            <pc:sldMk cId="3265264536" sldId="287"/>
            <ac:spMk id="11" creationId="{5E248050-6B69-2A84-6E5A-89E3B69CB329}"/>
          </ac:spMkLst>
        </pc:spChg>
        <pc:spChg chg="add mod">
          <ac:chgData name="Giancarlos Hernandez Mendez" userId="S::gherna39@students.kennesaw.edu::6d1c9635-3454-48f9-b0f8-dbffbdbcbd51" providerId="AD" clId="Web-{100F1C18-5233-DD49-942B-2EFC09A841A1}" dt="2026-04-29T06:12:05.857" v="136" actId="1076"/>
          <ac:spMkLst>
            <pc:docMk/>
            <pc:sldMk cId="3265264536" sldId="287"/>
            <ac:spMk id="13" creationId="{D923AD79-5B24-229B-4942-AC26A45E25F3}"/>
          </ac:spMkLst>
        </pc:spChg>
        <pc:spChg chg="add mod">
          <ac:chgData name="Giancarlos Hernandez Mendez" userId="S::gherna39@students.kennesaw.edu::6d1c9635-3454-48f9-b0f8-dbffbdbcbd51" providerId="AD" clId="Web-{100F1C18-5233-DD49-942B-2EFC09A841A1}" dt="2026-04-29T06:28:44.051" v="564" actId="1076"/>
          <ac:spMkLst>
            <pc:docMk/>
            <pc:sldMk cId="3265264536" sldId="287"/>
            <ac:spMk id="14" creationId="{17794F43-4A75-B00B-3153-DFCE920EB618}"/>
          </ac:spMkLst>
        </pc:spChg>
        <pc:spChg chg="add mod">
          <ac:chgData name="Giancarlos Hernandez Mendez" userId="S::gherna39@students.kennesaw.edu::6d1c9635-3454-48f9-b0f8-dbffbdbcbd51" providerId="AD" clId="Web-{100F1C18-5233-DD49-942B-2EFC09A841A1}" dt="2026-04-29T06:12:01.154" v="134" actId="1076"/>
          <ac:spMkLst>
            <pc:docMk/>
            <pc:sldMk cId="3265264536" sldId="287"/>
            <ac:spMk id="15" creationId="{6021F987-426C-93F7-CC9B-A07F05F420D7}"/>
          </ac:spMkLst>
        </pc:spChg>
        <pc:spChg chg="add mod">
          <ac:chgData name="Giancarlos Hernandez Mendez" userId="S::gherna39@students.kennesaw.edu::6d1c9635-3454-48f9-b0f8-dbffbdbcbd51" providerId="AD" clId="Web-{100F1C18-5233-DD49-942B-2EFC09A841A1}" dt="2026-04-29T06:16:49.144" v="245" actId="1076"/>
          <ac:spMkLst>
            <pc:docMk/>
            <pc:sldMk cId="3265264536" sldId="287"/>
            <ac:spMk id="16" creationId="{768B38FA-3564-9DCB-F12B-8A6DA9BD6E18}"/>
          </ac:spMkLst>
        </pc:spChg>
        <pc:spChg chg="add mod">
          <ac:chgData name="Giancarlos Hernandez Mendez" userId="S::gherna39@students.kennesaw.edu::6d1c9635-3454-48f9-b0f8-dbffbdbcbd51" providerId="AD" clId="Web-{100F1C18-5233-DD49-942B-2EFC09A841A1}" dt="2026-04-29T06:16:47.082" v="244" actId="1076"/>
          <ac:spMkLst>
            <pc:docMk/>
            <pc:sldMk cId="3265264536" sldId="287"/>
            <ac:spMk id="19" creationId="{9CF6DAA6-D2DF-A330-8BE2-765752E648B5}"/>
          </ac:spMkLst>
        </pc:spChg>
        <pc:spChg chg="add mod">
          <ac:chgData name="Giancarlos Hernandez Mendez" userId="S::gherna39@students.kennesaw.edu::6d1c9635-3454-48f9-b0f8-dbffbdbcbd51" providerId="AD" clId="Web-{100F1C18-5233-DD49-942B-2EFC09A841A1}" dt="2026-04-29T06:16:42.972" v="243" actId="1076"/>
          <ac:spMkLst>
            <pc:docMk/>
            <pc:sldMk cId="3265264536" sldId="287"/>
            <ac:spMk id="20" creationId="{C43A6903-9738-4623-EC40-392D99AE5AAF}"/>
          </ac:spMkLst>
        </pc:spChg>
        <pc:spChg chg="add mod">
          <ac:chgData name="Giancarlos Hernandez Mendez" userId="S::gherna39@students.kennesaw.edu::6d1c9635-3454-48f9-b0f8-dbffbdbcbd51" providerId="AD" clId="Web-{100F1C18-5233-DD49-942B-2EFC09A841A1}" dt="2026-04-29T06:15:52.159" v="229"/>
          <ac:spMkLst>
            <pc:docMk/>
            <pc:sldMk cId="3265264536" sldId="287"/>
            <ac:spMk id="22" creationId="{30F67AC8-0E0B-596E-D567-5D0B4F79BF87}"/>
          </ac:spMkLst>
        </pc:spChg>
        <pc:spChg chg="add mod">
          <ac:chgData name="Giancarlos Hernandez Mendez" userId="S::gherna39@students.kennesaw.edu::6d1c9635-3454-48f9-b0f8-dbffbdbcbd51" providerId="AD" clId="Web-{100F1C18-5233-DD49-942B-2EFC09A841A1}" dt="2026-04-29T06:16:50.597" v="246" actId="1076"/>
          <ac:spMkLst>
            <pc:docMk/>
            <pc:sldMk cId="3265264536" sldId="287"/>
            <ac:spMk id="23" creationId="{329563B7-1CF8-DA96-A2B5-55AF27C31B1B}"/>
          </ac:spMkLst>
        </pc:spChg>
        <pc:spChg chg="add mod">
          <ac:chgData name="Giancarlos Hernandez Mendez" userId="S::gherna39@students.kennesaw.edu::6d1c9635-3454-48f9-b0f8-dbffbdbcbd51" providerId="AD" clId="Web-{100F1C18-5233-DD49-942B-2EFC09A841A1}" dt="2026-04-29T06:17:28.317" v="248" actId="1076"/>
          <ac:spMkLst>
            <pc:docMk/>
            <pc:sldMk cId="3265264536" sldId="287"/>
            <ac:spMk id="24" creationId="{0220AB96-6D8B-916F-473E-34348E40F45B}"/>
          </ac:spMkLst>
        </pc:spChg>
        <pc:spChg chg="add mod">
          <ac:chgData name="Giancarlos Hernandez Mendez" userId="S::gherna39@students.kennesaw.edu::6d1c9635-3454-48f9-b0f8-dbffbdbcbd51" providerId="AD" clId="Web-{100F1C18-5233-DD49-942B-2EFC09A841A1}" dt="2026-04-29T06:24:37.354" v="484" actId="1076"/>
          <ac:spMkLst>
            <pc:docMk/>
            <pc:sldMk cId="3265264536" sldId="287"/>
            <ac:spMk id="25" creationId="{E84D75EC-2552-F550-FBD2-7D6DBD957BBD}"/>
          </ac:spMkLst>
        </pc:spChg>
        <pc:spChg chg="add mod">
          <ac:chgData name="Giancarlos Hernandez Mendez" userId="S::gherna39@students.kennesaw.edu::6d1c9635-3454-48f9-b0f8-dbffbdbcbd51" providerId="AD" clId="Web-{100F1C18-5233-DD49-942B-2EFC09A841A1}" dt="2026-04-29T06:20:14.741" v="314" actId="1076"/>
          <ac:spMkLst>
            <pc:docMk/>
            <pc:sldMk cId="3265264536" sldId="287"/>
            <ac:spMk id="26" creationId="{DF2822D4-C1E7-793F-E22F-8E5DD183A7FE}"/>
          </ac:spMkLst>
        </pc:spChg>
        <pc:spChg chg="add mod">
          <ac:chgData name="Giancarlos Hernandez Mendez" userId="S::gherna39@students.kennesaw.edu::6d1c9635-3454-48f9-b0f8-dbffbdbcbd51" providerId="AD" clId="Web-{100F1C18-5233-DD49-942B-2EFC09A841A1}" dt="2026-04-29T06:20:12.725" v="313" actId="1076"/>
          <ac:spMkLst>
            <pc:docMk/>
            <pc:sldMk cId="3265264536" sldId="287"/>
            <ac:spMk id="27" creationId="{EE3272DD-68BE-C0F5-DC3C-B3A76D7647E6}"/>
          </ac:spMkLst>
        </pc:spChg>
        <pc:spChg chg="add mod">
          <ac:chgData name="Giancarlos Hernandez Mendez" userId="S::gherna39@students.kennesaw.edu::6d1c9635-3454-48f9-b0f8-dbffbdbcbd51" providerId="AD" clId="Web-{100F1C18-5233-DD49-942B-2EFC09A841A1}" dt="2026-04-29T06:20:10.131" v="312" actId="1076"/>
          <ac:spMkLst>
            <pc:docMk/>
            <pc:sldMk cId="3265264536" sldId="287"/>
            <ac:spMk id="28" creationId="{C0045FB4-8324-E6D6-2F6A-70300B4E50D1}"/>
          </ac:spMkLst>
        </pc:spChg>
        <pc:spChg chg="add mod">
          <ac:chgData name="Giancarlos Hernandez Mendez" userId="S::gherna39@students.kennesaw.edu::6d1c9635-3454-48f9-b0f8-dbffbdbcbd51" providerId="AD" clId="Web-{100F1C18-5233-DD49-942B-2EFC09A841A1}" dt="2026-04-29T06:22:48.878" v="435" actId="1076"/>
          <ac:spMkLst>
            <pc:docMk/>
            <pc:sldMk cId="3265264536" sldId="287"/>
            <ac:spMk id="29" creationId="{D9F688A5-ED9B-0D1B-30C2-55F72AB9FFB3}"/>
          </ac:spMkLst>
        </pc:spChg>
        <pc:spChg chg="add mod">
          <ac:chgData name="Giancarlos Hernandez Mendez" userId="S::gherna39@students.kennesaw.edu::6d1c9635-3454-48f9-b0f8-dbffbdbcbd51" providerId="AD" clId="Web-{100F1C18-5233-DD49-942B-2EFC09A841A1}" dt="2026-04-29T06:22:51.316" v="436" actId="1076"/>
          <ac:spMkLst>
            <pc:docMk/>
            <pc:sldMk cId="3265264536" sldId="287"/>
            <ac:spMk id="30" creationId="{24E4CA0E-D843-8726-974D-9A88A2F64113}"/>
          </ac:spMkLst>
        </pc:spChg>
        <pc:spChg chg="add mod">
          <ac:chgData name="Giancarlos Hernandez Mendez" userId="S::gherna39@students.kennesaw.edu::6d1c9635-3454-48f9-b0f8-dbffbdbcbd51" providerId="AD" clId="Web-{100F1C18-5233-DD49-942B-2EFC09A841A1}" dt="2026-04-29T06:22:53.410" v="437" actId="1076"/>
          <ac:spMkLst>
            <pc:docMk/>
            <pc:sldMk cId="3265264536" sldId="287"/>
            <ac:spMk id="31" creationId="{95765253-4CAD-B2D1-48CA-F215F17A1D60}"/>
          </ac:spMkLst>
        </pc:spChg>
        <pc:spChg chg="add mod">
          <ac:chgData name="Giancarlos Hernandez Mendez" userId="S::gherna39@students.kennesaw.edu::6d1c9635-3454-48f9-b0f8-dbffbdbcbd51" providerId="AD" clId="Web-{100F1C18-5233-DD49-942B-2EFC09A841A1}" dt="2026-04-29T06:23:05.754" v="444" actId="20577"/>
          <ac:spMkLst>
            <pc:docMk/>
            <pc:sldMk cId="3265264536" sldId="287"/>
            <ac:spMk id="32" creationId="{3FFCE9B7-92A3-7263-FFA7-C0F6E91441EE}"/>
          </ac:spMkLst>
        </pc:spChg>
        <pc:spChg chg="add mod">
          <ac:chgData name="Giancarlos Hernandez Mendez" userId="S::gherna39@students.kennesaw.edu::6d1c9635-3454-48f9-b0f8-dbffbdbcbd51" providerId="AD" clId="Web-{100F1C18-5233-DD49-942B-2EFC09A841A1}" dt="2026-04-29T06:28:59.723" v="569" actId="1076"/>
          <ac:spMkLst>
            <pc:docMk/>
            <pc:sldMk cId="3265264536" sldId="287"/>
            <ac:spMk id="34" creationId="{A3EC183E-52FA-1A48-E233-763347DD5C8E}"/>
          </ac:spMkLst>
        </pc:spChg>
        <pc:spChg chg="add mod">
          <ac:chgData name="Giancarlos Hernandez Mendez" userId="S::gherna39@students.kennesaw.edu::6d1c9635-3454-48f9-b0f8-dbffbdbcbd51" providerId="AD" clId="Web-{100F1C18-5233-DD49-942B-2EFC09A841A1}" dt="2026-04-29T06:24:46.432" v="487" actId="1076"/>
          <ac:spMkLst>
            <pc:docMk/>
            <pc:sldMk cId="3265264536" sldId="287"/>
            <ac:spMk id="35" creationId="{5CAFB4CB-E206-E167-0222-6FBC6C188304}"/>
          </ac:spMkLst>
        </pc:spChg>
        <pc:spChg chg="add mod">
          <ac:chgData name="Giancarlos Hernandez Mendez" userId="S::gherna39@students.kennesaw.edu::6d1c9635-3454-48f9-b0f8-dbffbdbcbd51" providerId="AD" clId="Web-{100F1C18-5233-DD49-942B-2EFC09A841A1}" dt="2026-04-29T06:29:12.317" v="571" actId="1076"/>
          <ac:spMkLst>
            <pc:docMk/>
            <pc:sldMk cId="3265264536" sldId="287"/>
            <ac:spMk id="37" creationId="{F2F9A701-2F78-E73A-0998-099B44CE9FE6}"/>
          </ac:spMkLst>
        </pc:spChg>
        <pc:spChg chg="add mod">
          <ac:chgData name="Giancarlos Hernandez Mendez" userId="S::gherna39@students.kennesaw.edu::6d1c9635-3454-48f9-b0f8-dbffbdbcbd51" providerId="AD" clId="Web-{100F1C18-5233-DD49-942B-2EFC09A841A1}" dt="2026-04-29T06:27:21.580" v="562" actId="1076"/>
          <ac:spMkLst>
            <pc:docMk/>
            <pc:sldMk cId="3265264536" sldId="287"/>
            <ac:spMk id="39" creationId="{D8A196FC-6FC5-9F0E-50B6-35490F84B097}"/>
          </ac:spMkLst>
        </pc:spChg>
      </pc:sldChg>
      <pc:sldChg chg="addSp delSp modSp">
        <pc:chgData name="Giancarlos Hernandez Mendez" userId="S::gherna39@students.kennesaw.edu::6d1c9635-3454-48f9-b0f8-dbffbdbcbd51" providerId="AD" clId="Web-{100F1C18-5233-DD49-942B-2EFC09A841A1}" dt="2026-04-29T05:37:31.331" v="28" actId="1076"/>
        <pc:sldMkLst>
          <pc:docMk/>
          <pc:sldMk cId="1723939986" sldId="294"/>
        </pc:sldMkLst>
        <pc:spChg chg="mod">
          <ac:chgData name="Giancarlos Hernandez Mendez" userId="S::gherna39@students.kennesaw.edu::6d1c9635-3454-48f9-b0f8-dbffbdbcbd51" providerId="AD" clId="Web-{100F1C18-5233-DD49-942B-2EFC09A841A1}" dt="2026-04-29T05:34:28.187" v="16" actId="20577"/>
          <ac:spMkLst>
            <pc:docMk/>
            <pc:sldMk cId="1723939986" sldId="294"/>
            <ac:spMk id="2" creationId="{CB0C063A-C5E9-24D1-2567-BCDBF5FBE161}"/>
          </ac:spMkLst>
        </pc:spChg>
        <pc:spChg chg="mod">
          <ac:chgData name="Giancarlos Hernandez Mendez" userId="S::gherna39@students.kennesaw.edu::6d1c9635-3454-48f9-b0f8-dbffbdbcbd51" providerId="AD" clId="Web-{100F1C18-5233-DD49-942B-2EFC09A841A1}" dt="2026-04-29T05:34:37.157" v="18" actId="1076"/>
          <ac:spMkLst>
            <pc:docMk/>
            <pc:sldMk cId="1723939986" sldId="294"/>
            <ac:spMk id="3" creationId="{E6F7582E-AF1F-5EA4-69E2-F9F0D154599F}"/>
          </ac:spMkLst>
        </pc:spChg>
        <pc:spChg chg="mod">
          <ac:chgData name="Giancarlos Hernandez Mendez" userId="S::gherna39@students.kennesaw.edu::6d1c9635-3454-48f9-b0f8-dbffbdbcbd51" providerId="AD" clId="Web-{100F1C18-5233-DD49-942B-2EFC09A841A1}" dt="2026-04-29T05:34:34.282" v="17" actId="1076"/>
          <ac:spMkLst>
            <pc:docMk/>
            <pc:sldMk cId="1723939986" sldId="294"/>
            <ac:spMk id="4" creationId="{41EE6D15-48AD-31E4-E643-08517326B47F}"/>
          </ac:spMkLst>
        </pc:spChg>
        <pc:picChg chg="mod">
          <ac:chgData name="Giancarlos Hernandez Mendez" userId="S::gherna39@students.kennesaw.edu::6d1c9635-3454-48f9-b0f8-dbffbdbcbd51" providerId="AD" clId="Web-{100F1C18-5233-DD49-942B-2EFC09A841A1}" dt="2026-04-29T05:36:01.714" v="23" actId="14100"/>
          <ac:picMkLst>
            <pc:docMk/>
            <pc:sldMk cId="1723939986" sldId="294"/>
            <ac:picMk id="5" creationId="{B69D7609-475F-BE81-FFB6-B2BE8FED39C3}"/>
          </ac:picMkLst>
        </pc:picChg>
        <pc:picChg chg="add mod">
          <ac:chgData name="Giancarlos Hernandez Mendez" userId="S::gherna39@students.kennesaw.edu::6d1c9635-3454-48f9-b0f8-dbffbdbcbd51" providerId="AD" clId="Web-{100F1C18-5233-DD49-942B-2EFC09A841A1}" dt="2026-04-29T05:37:31.331" v="28" actId="1076"/>
          <ac:picMkLst>
            <pc:docMk/>
            <pc:sldMk cId="1723939986" sldId="294"/>
            <ac:picMk id="8" creationId="{87287E5E-D11A-01F4-58E7-552A6B75EF7C}"/>
          </ac:picMkLst>
        </pc:picChg>
      </pc:sldChg>
    </pc:docChg>
  </pc:docChgLst>
  <pc:docChgLst>
    <pc:chgData name="Julia Johnson" userId="S::jjoh1175@students.kennesaw.edu::bece193e-bc41-4e93-bd62-ef751322be5f" providerId="AD" clId="Web-{BB72026A-ACB9-D340-9188-FBB50F815FEC}"/>
    <pc:docChg chg="addSld delSld modSld">
      <pc:chgData name="Julia Johnson" userId="S::jjoh1175@students.kennesaw.edu::bece193e-bc41-4e93-bd62-ef751322be5f" providerId="AD" clId="Web-{BB72026A-ACB9-D340-9188-FBB50F815FEC}" dt="2026-04-29T13:27:11.928" v="415" actId="1076"/>
      <pc:docMkLst>
        <pc:docMk/>
      </pc:docMkLst>
      <pc:sldChg chg="modSp mod modClrScheme chgLayout">
        <pc:chgData name="Julia Johnson" userId="S::jjoh1175@students.kennesaw.edu::bece193e-bc41-4e93-bd62-ef751322be5f" providerId="AD" clId="Web-{BB72026A-ACB9-D340-9188-FBB50F815FEC}" dt="2026-04-29T13:14:06.685" v="135" actId="1076"/>
        <pc:sldMkLst>
          <pc:docMk/>
          <pc:sldMk cId="760740679" sldId="283"/>
        </pc:sldMkLst>
        <pc:spChg chg="mod ord">
          <ac:chgData name="Julia Johnson" userId="S::jjoh1175@students.kennesaw.edu::bece193e-bc41-4e93-bd62-ef751322be5f" providerId="AD" clId="Web-{BB72026A-ACB9-D340-9188-FBB50F815FEC}" dt="2026-04-29T13:13:56.481" v="133" actId="20577"/>
          <ac:spMkLst>
            <pc:docMk/>
            <pc:sldMk cId="760740679" sldId="283"/>
            <ac:spMk id="2" creationId="{FDC8D1EC-2ECE-E02C-9D81-6CB60CB1BD47}"/>
          </ac:spMkLst>
        </pc:spChg>
        <pc:spChg chg="mod ord">
          <ac:chgData name="Julia Johnson" userId="S::jjoh1175@students.kennesaw.edu::bece193e-bc41-4e93-bd62-ef751322be5f" providerId="AD" clId="Web-{BB72026A-ACB9-D340-9188-FBB50F815FEC}" dt="2026-04-29T13:14:04.919" v="134" actId="1076"/>
          <ac:spMkLst>
            <pc:docMk/>
            <pc:sldMk cId="760740679" sldId="283"/>
            <ac:spMk id="13" creationId="{DBD0B360-1810-4DA1-83D2-84E3FE32F9E6}"/>
          </ac:spMkLst>
        </pc:spChg>
        <pc:spChg chg="mod ord">
          <ac:chgData name="Julia Johnson" userId="S::jjoh1175@students.kennesaw.edu::bece193e-bc41-4e93-bd62-ef751322be5f" providerId="AD" clId="Web-{BB72026A-ACB9-D340-9188-FBB50F815FEC}" dt="2026-04-29T13:14:06.685" v="135" actId="1076"/>
          <ac:spMkLst>
            <pc:docMk/>
            <pc:sldMk cId="760740679" sldId="283"/>
            <ac:spMk id="16" creationId="{07C3B7E2-951C-A20D-04C9-928813518C22}"/>
          </ac:spMkLst>
        </pc:spChg>
      </pc:sldChg>
      <pc:sldChg chg="modSp mod modClrScheme chgLayout">
        <pc:chgData name="Julia Johnson" userId="S::jjoh1175@students.kennesaw.edu::bece193e-bc41-4e93-bd62-ef751322be5f" providerId="AD" clId="Web-{BB72026A-ACB9-D340-9188-FBB50F815FEC}" dt="2026-04-29T13:15:56.905" v="171" actId="20577"/>
        <pc:sldMkLst>
          <pc:docMk/>
          <pc:sldMk cId="2101286299" sldId="284"/>
        </pc:sldMkLst>
        <pc:spChg chg="mod ord">
          <ac:chgData name="Julia Johnson" userId="S::jjoh1175@students.kennesaw.edu::bece193e-bc41-4e93-bd62-ef751322be5f" providerId="AD" clId="Web-{BB72026A-ACB9-D340-9188-FBB50F815FEC}" dt="2026-04-29T13:14:40.310" v="142" actId="1076"/>
          <ac:spMkLst>
            <pc:docMk/>
            <pc:sldMk cId="2101286299" sldId="284"/>
            <ac:spMk id="2" creationId="{B54315A6-9AC7-4FF9-0102-1FF0BE77E273}"/>
          </ac:spMkLst>
        </pc:spChg>
        <pc:spChg chg="mod ord">
          <ac:chgData name="Julia Johnson" userId="S::jjoh1175@students.kennesaw.edu::bece193e-bc41-4e93-bd62-ef751322be5f" providerId="AD" clId="Web-{BB72026A-ACB9-D340-9188-FBB50F815FEC}" dt="2026-04-29T13:15:41.295" v="165" actId="20577"/>
          <ac:spMkLst>
            <pc:docMk/>
            <pc:sldMk cId="2101286299" sldId="284"/>
            <ac:spMk id="13" creationId="{118DC1F1-F2EE-4980-7ECD-E99C2B46A0A2}"/>
          </ac:spMkLst>
        </pc:spChg>
        <pc:spChg chg="mod ord">
          <ac:chgData name="Julia Johnson" userId="S::jjoh1175@students.kennesaw.edu::bece193e-bc41-4e93-bd62-ef751322be5f" providerId="AD" clId="Web-{BB72026A-ACB9-D340-9188-FBB50F815FEC}" dt="2026-04-29T13:15:56.905" v="171" actId="20577"/>
          <ac:spMkLst>
            <pc:docMk/>
            <pc:sldMk cId="2101286299" sldId="284"/>
            <ac:spMk id="16" creationId="{35A3D5E2-A9AC-DBD7-E16E-09BE7975E3B9}"/>
          </ac:spMkLst>
        </pc:spChg>
      </pc:sldChg>
      <pc:sldChg chg="modSp mod modClrScheme chgLayout">
        <pc:chgData name="Julia Johnson" userId="S::jjoh1175@students.kennesaw.edu::bece193e-bc41-4e93-bd62-ef751322be5f" providerId="AD" clId="Web-{BB72026A-ACB9-D340-9188-FBB50F815FEC}" dt="2026-04-29T13:17:57.500" v="220" actId="1076"/>
        <pc:sldMkLst>
          <pc:docMk/>
          <pc:sldMk cId="186503923" sldId="285"/>
        </pc:sldMkLst>
        <pc:spChg chg="mod ord">
          <ac:chgData name="Julia Johnson" userId="S::jjoh1175@students.kennesaw.edu::bece193e-bc41-4e93-bd62-ef751322be5f" providerId="AD" clId="Web-{BB72026A-ACB9-D340-9188-FBB50F815FEC}" dt="2026-04-29T13:16:38.546" v="183" actId="1076"/>
          <ac:spMkLst>
            <pc:docMk/>
            <pc:sldMk cId="186503923" sldId="285"/>
            <ac:spMk id="2" creationId="{8E3C0FDE-8AE8-4B38-C401-3D3697FD9552}"/>
          </ac:spMkLst>
        </pc:spChg>
        <pc:spChg chg="mod ord">
          <ac:chgData name="Julia Johnson" userId="S::jjoh1175@students.kennesaw.edu::bece193e-bc41-4e93-bd62-ef751322be5f" providerId="AD" clId="Web-{BB72026A-ACB9-D340-9188-FBB50F815FEC}" dt="2026-04-29T13:17:57.500" v="220" actId="1076"/>
          <ac:spMkLst>
            <pc:docMk/>
            <pc:sldMk cId="186503923" sldId="285"/>
            <ac:spMk id="13" creationId="{D030A9A6-9103-E410-5866-0F7AB69D027D}"/>
          </ac:spMkLst>
        </pc:spChg>
        <pc:spChg chg="mod ord">
          <ac:chgData name="Julia Johnson" userId="S::jjoh1175@students.kennesaw.edu::bece193e-bc41-4e93-bd62-ef751322be5f" providerId="AD" clId="Web-{BB72026A-ACB9-D340-9188-FBB50F815FEC}" dt="2026-04-29T13:17:45.953" v="218" actId="20577"/>
          <ac:spMkLst>
            <pc:docMk/>
            <pc:sldMk cId="186503923" sldId="285"/>
            <ac:spMk id="16" creationId="{FC4C02A2-D09B-9159-541C-BC8CE4ACEC82}"/>
          </ac:spMkLst>
        </pc:spChg>
      </pc:sldChg>
      <pc:sldChg chg="modSp mod modClrScheme chgLayout">
        <pc:chgData name="Julia Johnson" userId="S::jjoh1175@students.kennesaw.edu::bece193e-bc41-4e93-bd62-ef751322be5f" providerId="AD" clId="Web-{BB72026A-ACB9-D340-9188-FBB50F815FEC}" dt="2026-04-29T13:19:33.502" v="246" actId="1076"/>
        <pc:sldMkLst>
          <pc:docMk/>
          <pc:sldMk cId="2535871228" sldId="286"/>
        </pc:sldMkLst>
        <pc:spChg chg="mod ord">
          <ac:chgData name="Julia Johnson" userId="S::jjoh1175@students.kennesaw.edu::bece193e-bc41-4e93-bd62-ef751322be5f" providerId="AD" clId="Web-{BB72026A-ACB9-D340-9188-FBB50F815FEC}" dt="2026-04-29T13:19:19.063" v="241" actId="1076"/>
          <ac:spMkLst>
            <pc:docMk/>
            <pc:sldMk cId="2535871228" sldId="286"/>
            <ac:spMk id="2" creationId="{7B080965-6167-3FFF-B762-F0A0CE773649}"/>
          </ac:spMkLst>
        </pc:spChg>
      </pc:sldChg>
      <pc:sldChg chg="modSp mod modClrScheme chgLayout">
        <pc:chgData name="Julia Johnson" userId="S::jjoh1175@students.kennesaw.edu::bece193e-bc41-4e93-bd62-ef751322be5f" providerId="AD" clId="Web-{BB72026A-ACB9-D340-9188-FBB50F815FEC}" dt="2026-04-29T13:19:42.675" v="272" actId="1076"/>
        <pc:sldMkLst>
          <pc:docMk/>
          <pc:sldMk cId="3265264536" sldId="287"/>
        </pc:sldMkLst>
        <pc:spChg chg="mod ord">
          <ac:chgData name="Julia Johnson" userId="S::jjoh1175@students.kennesaw.edu::bece193e-bc41-4e93-bd62-ef751322be5f" providerId="AD" clId="Web-{BB72026A-ACB9-D340-9188-FBB50F815FEC}" dt="2026-04-29T13:18:40.719" v="232" actId="20577"/>
          <ac:spMkLst>
            <pc:docMk/>
            <pc:sldMk cId="3265264536" sldId="287"/>
            <ac:spMk id="2" creationId="{71B94886-FE72-D640-B4B8-56B70913DAC9}"/>
          </ac:spMkLst>
        </pc:spChg>
        <pc:spChg chg="mod">
          <ac:chgData name="Julia Johnson" userId="S::jjoh1175@students.kennesaw.edu::bece193e-bc41-4e93-bd62-ef751322be5f" providerId="AD" clId="Web-{BB72026A-ACB9-D340-9188-FBB50F815FEC}" dt="2026-04-29T13:19:42.112" v="247" actId="1076"/>
          <ac:spMkLst>
            <pc:docMk/>
            <pc:sldMk cId="3265264536" sldId="287"/>
            <ac:spMk id="3" creationId="{51F63B3F-74CD-A065-3F34-7193E849BC23}"/>
          </ac:spMkLst>
        </pc:spChg>
        <pc:spChg chg="mod">
          <ac:chgData name="Julia Johnson" userId="S::jjoh1175@students.kennesaw.edu::bece193e-bc41-4e93-bd62-ef751322be5f" providerId="AD" clId="Web-{BB72026A-ACB9-D340-9188-FBB50F815FEC}" dt="2026-04-29T13:19:42.128" v="248" actId="1076"/>
          <ac:spMkLst>
            <pc:docMk/>
            <pc:sldMk cId="3265264536" sldId="287"/>
            <ac:spMk id="5" creationId="{24F43145-0CAA-3AC1-F6E6-34E577E63CAA}"/>
          </ac:spMkLst>
        </pc:spChg>
        <pc:spChg chg="mod">
          <ac:chgData name="Julia Johnson" userId="S::jjoh1175@students.kennesaw.edu::bece193e-bc41-4e93-bd62-ef751322be5f" providerId="AD" clId="Web-{BB72026A-ACB9-D340-9188-FBB50F815FEC}" dt="2026-04-29T13:19:42.159" v="249" actId="1076"/>
          <ac:spMkLst>
            <pc:docMk/>
            <pc:sldMk cId="3265264536" sldId="287"/>
            <ac:spMk id="7" creationId="{05C2F616-2725-0D80-D513-9F21AD7A428B}"/>
          </ac:spMkLst>
        </pc:spChg>
        <pc:spChg chg="mod">
          <ac:chgData name="Julia Johnson" userId="S::jjoh1175@students.kennesaw.edu::bece193e-bc41-4e93-bd62-ef751322be5f" providerId="AD" clId="Web-{BB72026A-ACB9-D340-9188-FBB50F815FEC}" dt="2026-04-29T13:19:42.174" v="250" actId="1076"/>
          <ac:spMkLst>
            <pc:docMk/>
            <pc:sldMk cId="3265264536" sldId="287"/>
            <ac:spMk id="8" creationId="{77C82424-1FBB-DB68-35A3-B33608E79E9A}"/>
          </ac:spMkLst>
        </pc:spChg>
        <pc:spChg chg="mod">
          <ac:chgData name="Julia Johnson" userId="S::jjoh1175@students.kennesaw.edu::bece193e-bc41-4e93-bd62-ef751322be5f" providerId="AD" clId="Web-{BB72026A-ACB9-D340-9188-FBB50F815FEC}" dt="2026-04-29T13:19:42.190" v="251" actId="1076"/>
          <ac:spMkLst>
            <pc:docMk/>
            <pc:sldMk cId="3265264536" sldId="287"/>
            <ac:spMk id="11" creationId="{5E248050-6B69-2A84-6E5A-89E3B69CB329}"/>
          </ac:spMkLst>
        </pc:spChg>
        <pc:spChg chg="mod">
          <ac:chgData name="Julia Johnson" userId="S::jjoh1175@students.kennesaw.edu::bece193e-bc41-4e93-bd62-ef751322be5f" providerId="AD" clId="Web-{BB72026A-ACB9-D340-9188-FBB50F815FEC}" dt="2026-04-29T13:19:42.206" v="252" actId="1076"/>
          <ac:spMkLst>
            <pc:docMk/>
            <pc:sldMk cId="3265264536" sldId="287"/>
            <ac:spMk id="13" creationId="{D923AD79-5B24-229B-4942-AC26A45E25F3}"/>
          </ac:spMkLst>
        </pc:spChg>
        <pc:spChg chg="mod">
          <ac:chgData name="Julia Johnson" userId="S::jjoh1175@students.kennesaw.edu::bece193e-bc41-4e93-bd62-ef751322be5f" providerId="AD" clId="Web-{BB72026A-ACB9-D340-9188-FBB50F815FEC}" dt="2026-04-29T13:19:42.221" v="253" actId="1076"/>
          <ac:spMkLst>
            <pc:docMk/>
            <pc:sldMk cId="3265264536" sldId="287"/>
            <ac:spMk id="14" creationId="{17794F43-4A75-B00B-3153-DFCE920EB618}"/>
          </ac:spMkLst>
        </pc:spChg>
        <pc:spChg chg="mod">
          <ac:chgData name="Julia Johnson" userId="S::jjoh1175@students.kennesaw.edu::bece193e-bc41-4e93-bd62-ef751322be5f" providerId="AD" clId="Web-{BB72026A-ACB9-D340-9188-FBB50F815FEC}" dt="2026-04-29T13:19:42.253" v="254" actId="1076"/>
          <ac:spMkLst>
            <pc:docMk/>
            <pc:sldMk cId="3265264536" sldId="287"/>
            <ac:spMk id="15" creationId="{6021F987-426C-93F7-CC9B-A07F05F420D7}"/>
          </ac:spMkLst>
        </pc:spChg>
        <pc:spChg chg="mod">
          <ac:chgData name="Julia Johnson" userId="S::jjoh1175@students.kennesaw.edu::bece193e-bc41-4e93-bd62-ef751322be5f" providerId="AD" clId="Web-{BB72026A-ACB9-D340-9188-FBB50F815FEC}" dt="2026-04-29T13:19:42.268" v="255" actId="1076"/>
          <ac:spMkLst>
            <pc:docMk/>
            <pc:sldMk cId="3265264536" sldId="287"/>
            <ac:spMk id="16" creationId="{768B38FA-3564-9DCB-F12B-8A6DA9BD6E18}"/>
          </ac:spMkLst>
        </pc:spChg>
        <pc:spChg chg="mod">
          <ac:chgData name="Julia Johnson" userId="S::jjoh1175@students.kennesaw.edu::bece193e-bc41-4e93-bd62-ef751322be5f" providerId="AD" clId="Web-{BB72026A-ACB9-D340-9188-FBB50F815FEC}" dt="2026-04-29T13:19:42.284" v="256" actId="1076"/>
          <ac:spMkLst>
            <pc:docMk/>
            <pc:sldMk cId="3265264536" sldId="287"/>
            <ac:spMk id="19" creationId="{9CF6DAA6-D2DF-A330-8BE2-765752E648B5}"/>
          </ac:spMkLst>
        </pc:spChg>
        <pc:spChg chg="mod">
          <ac:chgData name="Julia Johnson" userId="S::jjoh1175@students.kennesaw.edu::bece193e-bc41-4e93-bd62-ef751322be5f" providerId="AD" clId="Web-{BB72026A-ACB9-D340-9188-FBB50F815FEC}" dt="2026-04-29T13:19:42.299" v="257" actId="1076"/>
          <ac:spMkLst>
            <pc:docMk/>
            <pc:sldMk cId="3265264536" sldId="287"/>
            <ac:spMk id="20" creationId="{C43A6903-9738-4623-EC40-392D99AE5AAF}"/>
          </ac:spMkLst>
        </pc:spChg>
        <pc:spChg chg="mod">
          <ac:chgData name="Julia Johnson" userId="S::jjoh1175@students.kennesaw.edu::bece193e-bc41-4e93-bd62-ef751322be5f" providerId="AD" clId="Web-{BB72026A-ACB9-D340-9188-FBB50F815FEC}" dt="2026-04-29T13:19:42.331" v="258" actId="1076"/>
          <ac:spMkLst>
            <pc:docMk/>
            <pc:sldMk cId="3265264536" sldId="287"/>
            <ac:spMk id="22" creationId="{30F67AC8-0E0B-596E-D567-5D0B4F79BF87}"/>
          </ac:spMkLst>
        </pc:spChg>
        <pc:spChg chg="mod">
          <ac:chgData name="Julia Johnson" userId="S::jjoh1175@students.kennesaw.edu::bece193e-bc41-4e93-bd62-ef751322be5f" providerId="AD" clId="Web-{BB72026A-ACB9-D340-9188-FBB50F815FEC}" dt="2026-04-29T13:19:42.346" v="259" actId="1076"/>
          <ac:spMkLst>
            <pc:docMk/>
            <pc:sldMk cId="3265264536" sldId="287"/>
            <ac:spMk id="23" creationId="{329563B7-1CF8-DA96-A2B5-55AF27C31B1B}"/>
          </ac:spMkLst>
        </pc:spChg>
        <pc:spChg chg="mod">
          <ac:chgData name="Julia Johnson" userId="S::jjoh1175@students.kennesaw.edu::bece193e-bc41-4e93-bd62-ef751322be5f" providerId="AD" clId="Web-{BB72026A-ACB9-D340-9188-FBB50F815FEC}" dt="2026-04-29T13:19:42.362" v="260" actId="1076"/>
          <ac:spMkLst>
            <pc:docMk/>
            <pc:sldMk cId="3265264536" sldId="287"/>
            <ac:spMk id="24" creationId="{0220AB96-6D8B-916F-473E-34348E40F45B}"/>
          </ac:spMkLst>
        </pc:spChg>
        <pc:spChg chg="mod">
          <ac:chgData name="Julia Johnson" userId="S::jjoh1175@students.kennesaw.edu::bece193e-bc41-4e93-bd62-ef751322be5f" providerId="AD" clId="Web-{BB72026A-ACB9-D340-9188-FBB50F815FEC}" dt="2026-04-29T13:19:42.393" v="261" actId="1076"/>
          <ac:spMkLst>
            <pc:docMk/>
            <pc:sldMk cId="3265264536" sldId="287"/>
            <ac:spMk id="25" creationId="{E84D75EC-2552-F550-FBD2-7D6DBD957BBD}"/>
          </ac:spMkLst>
        </pc:spChg>
        <pc:spChg chg="mod">
          <ac:chgData name="Julia Johnson" userId="S::jjoh1175@students.kennesaw.edu::bece193e-bc41-4e93-bd62-ef751322be5f" providerId="AD" clId="Web-{BB72026A-ACB9-D340-9188-FBB50F815FEC}" dt="2026-04-29T13:19:42.409" v="262" actId="1076"/>
          <ac:spMkLst>
            <pc:docMk/>
            <pc:sldMk cId="3265264536" sldId="287"/>
            <ac:spMk id="26" creationId="{DF2822D4-C1E7-793F-E22F-8E5DD183A7FE}"/>
          </ac:spMkLst>
        </pc:spChg>
        <pc:spChg chg="mod">
          <ac:chgData name="Julia Johnson" userId="S::jjoh1175@students.kennesaw.edu::bece193e-bc41-4e93-bd62-ef751322be5f" providerId="AD" clId="Web-{BB72026A-ACB9-D340-9188-FBB50F815FEC}" dt="2026-04-29T13:19:42.440" v="263" actId="1076"/>
          <ac:spMkLst>
            <pc:docMk/>
            <pc:sldMk cId="3265264536" sldId="287"/>
            <ac:spMk id="27" creationId="{EE3272DD-68BE-C0F5-DC3C-B3A76D7647E6}"/>
          </ac:spMkLst>
        </pc:spChg>
        <pc:spChg chg="mod">
          <ac:chgData name="Julia Johnson" userId="S::jjoh1175@students.kennesaw.edu::bece193e-bc41-4e93-bd62-ef751322be5f" providerId="AD" clId="Web-{BB72026A-ACB9-D340-9188-FBB50F815FEC}" dt="2026-04-29T13:19:42.456" v="264" actId="1076"/>
          <ac:spMkLst>
            <pc:docMk/>
            <pc:sldMk cId="3265264536" sldId="287"/>
            <ac:spMk id="28" creationId="{C0045FB4-8324-E6D6-2F6A-70300B4E50D1}"/>
          </ac:spMkLst>
        </pc:spChg>
        <pc:spChg chg="mod">
          <ac:chgData name="Julia Johnson" userId="S::jjoh1175@students.kennesaw.edu::bece193e-bc41-4e93-bd62-ef751322be5f" providerId="AD" clId="Web-{BB72026A-ACB9-D340-9188-FBB50F815FEC}" dt="2026-04-29T13:19:42.471" v="265" actId="1076"/>
          <ac:spMkLst>
            <pc:docMk/>
            <pc:sldMk cId="3265264536" sldId="287"/>
            <ac:spMk id="29" creationId="{D9F688A5-ED9B-0D1B-30C2-55F72AB9FFB3}"/>
          </ac:spMkLst>
        </pc:spChg>
        <pc:spChg chg="mod">
          <ac:chgData name="Julia Johnson" userId="S::jjoh1175@students.kennesaw.edu::bece193e-bc41-4e93-bd62-ef751322be5f" providerId="AD" clId="Web-{BB72026A-ACB9-D340-9188-FBB50F815FEC}" dt="2026-04-29T13:19:42.503" v="266" actId="1076"/>
          <ac:spMkLst>
            <pc:docMk/>
            <pc:sldMk cId="3265264536" sldId="287"/>
            <ac:spMk id="30" creationId="{24E4CA0E-D843-8726-974D-9A88A2F64113}"/>
          </ac:spMkLst>
        </pc:spChg>
        <pc:spChg chg="mod">
          <ac:chgData name="Julia Johnson" userId="S::jjoh1175@students.kennesaw.edu::bece193e-bc41-4e93-bd62-ef751322be5f" providerId="AD" clId="Web-{BB72026A-ACB9-D340-9188-FBB50F815FEC}" dt="2026-04-29T13:19:42.534" v="267" actId="1076"/>
          <ac:spMkLst>
            <pc:docMk/>
            <pc:sldMk cId="3265264536" sldId="287"/>
            <ac:spMk id="31" creationId="{95765253-4CAD-B2D1-48CA-F215F17A1D60}"/>
          </ac:spMkLst>
        </pc:spChg>
        <pc:spChg chg="mod">
          <ac:chgData name="Julia Johnson" userId="S::jjoh1175@students.kennesaw.edu::bece193e-bc41-4e93-bd62-ef751322be5f" providerId="AD" clId="Web-{BB72026A-ACB9-D340-9188-FBB50F815FEC}" dt="2026-04-29T13:19:42.565" v="268" actId="1076"/>
          <ac:spMkLst>
            <pc:docMk/>
            <pc:sldMk cId="3265264536" sldId="287"/>
            <ac:spMk id="32" creationId="{3FFCE9B7-92A3-7263-FFA7-C0F6E91441EE}"/>
          </ac:spMkLst>
        </pc:spChg>
        <pc:spChg chg="mod">
          <ac:chgData name="Julia Johnson" userId="S::jjoh1175@students.kennesaw.edu::bece193e-bc41-4e93-bd62-ef751322be5f" providerId="AD" clId="Web-{BB72026A-ACB9-D340-9188-FBB50F815FEC}" dt="2026-04-29T13:19:42.581" v="269" actId="1076"/>
          <ac:spMkLst>
            <pc:docMk/>
            <pc:sldMk cId="3265264536" sldId="287"/>
            <ac:spMk id="34" creationId="{A3EC183E-52FA-1A48-E233-763347DD5C8E}"/>
          </ac:spMkLst>
        </pc:spChg>
        <pc:spChg chg="mod">
          <ac:chgData name="Julia Johnson" userId="S::jjoh1175@students.kennesaw.edu::bece193e-bc41-4e93-bd62-ef751322be5f" providerId="AD" clId="Web-{BB72026A-ACB9-D340-9188-FBB50F815FEC}" dt="2026-04-29T13:19:42.596" v="270" actId="1076"/>
          <ac:spMkLst>
            <pc:docMk/>
            <pc:sldMk cId="3265264536" sldId="287"/>
            <ac:spMk id="35" creationId="{5CAFB4CB-E206-E167-0222-6FBC6C188304}"/>
          </ac:spMkLst>
        </pc:spChg>
        <pc:spChg chg="mod">
          <ac:chgData name="Julia Johnson" userId="S::jjoh1175@students.kennesaw.edu::bece193e-bc41-4e93-bd62-ef751322be5f" providerId="AD" clId="Web-{BB72026A-ACB9-D340-9188-FBB50F815FEC}" dt="2026-04-29T13:19:42.643" v="271" actId="1076"/>
          <ac:spMkLst>
            <pc:docMk/>
            <pc:sldMk cId="3265264536" sldId="287"/>
            <ac:spMk id="37" creationId="{F2F9A701-2F78-E73A-0998-099B44CE9FE6}"/>
          </ac:spMkLst>
        </pc:spChg>
        <pc:spChg chg="mod">
          <ac:chgData name="Julia Johnson" userId="S::jjoh1175@students.kennesaw.edu::bece193e-bc41-4e93-bd62-ef751322be5f" providerId="AD" clId="Web-{BB72026A-ACB9-D340-9188-FBB50F815FEC}" dt="2026-04-29T13:19:42.675" v="272" actId="1076"/>
          <ac:spMkLst>
            <pc:docMk/>
            <pc:sldMk cId="3265264536" sldId="287"/>
            <ac:spMk id="39" creationId="{D8A196FC-6FC5-9F0E-50B6-35490F84B097}"/>
          </ac:spMkLst>
        </pc:spChg>
      </pc:sldChg>
      <pc:sldChg chg="addSp delSp modSp mod modClrScheme chgLayout">
        <pc:chgData name="Julia Johnson" userId="S::jjoh1175@students.kennesaw.edu::bece193e-bc41-4e93-bd62-ef751322be5f" providerId="AD" clId="Web-{BB72026A-ACB9-D340-9188-FBB50F815FEC}" dt="2026-04-29T13:22:42.920" v="341" actId="20577"/>
        <pc:sldMkLst>
          <pc:docMk/>
          <pc:sldMk cId="1492820635" sldId="289"/>
        </pc:sldMkLst>
        <pc:spChg chg="mod ord">
          <ac:chgData name="Julia Johnson" userId="S::jjoh1175@students.kennesaw.edu::bece193e-bc41-4e93-bd62-ef751322be5f" providerId="AD" clId="Web-{BB72026A-ACB9-D340-9188-FBB50F815FEC}" dt="2026-04-29T13:20:19.193" v="278" actId="1076"/>
          <ac:spMkLst>
            <pc:docMk/>
            <pc:sldMk cId="1492820635" sldId="289"/>
            <ac:spMk id="2" creationId="{70E678D2-613B-A214-7850-4A92AA74E042}"/>
          </ac:spMkLst>
        </pc:spChg>
        <pc:spChg chg="mod ord">
          <ac:chgData name="Julia Johnson" userId="S::jjoh1175@students.kennesaw.edu::bece193e-bc41-4e93-bd62-ef751322be5f" providerId="AD" clId="Web-{BB72026A-ACB9-D340-9188-FBB50F815FEC}" dt="2026-04-29T13:22:42.920" v="341" actId="20577"/>
          <ac:spMkLst>
            <pc:docMk/>
            <pc:sldMk cId="1492820635" sldId="289"/>
            <ac:spMk id="3" creationId="{3855EFF9-AC17-3AB3-32CE-7D029B374E5C}"/>
          </ac:spMkLst>
        </pc:spChg>
        <pc:spChg chg="mod ord">
          <ac:chgData name="Julia Johnson" userId="S::jjoh1175@students.kennesaw.edu::bece193e-bc41-4e93-bd62-ef751322be5f" providerId="AD" clId="Web-{BB72026A-ACB9-D340-9188-FBB50F815FEC}" dt="2026-04-29T13:22:20.809" v="323" actId="20577"/>
          <ac:spMkLst>
            <pc:docMk/>
            <pc:sldMk cId="1492820635" sldId="289"/>
            <ac:spMk id="4" creationId="{A6AD5088-D913-B34A-A454-0B59B188D6C9}"/>
          </ac:spMkLst>
        </pc:spChg>
        <pc:picChg chg="add mod">
          <ac:chgData name="Julia Johnson" userId="S::jjoh1175@students.kennesaw.edu::bece193e-bc41-4e93-bd62-ef751322be5f" providerId="AD" clId="Web-{BB72026A-ACB9-D340-9188-FBB50F815FEC}" dt="2026-04-29T13:21:31.604" v="298" actId="1076"/>
          <ac:picMkLst>
            <pc:docMk/>
            <pc:sldMk cId="1492820635" sldId="289"/>
            <ac:picMk id="5" creationId="{B3F9D92E-92B6-EBF4-DA6A-B0715A089C44}"/>
          </ac:picMkLst>
        </pc:picChg>
        <pc:picChg chg="add mod">
          <ac:chgData name="Julia Johnson" userId="S::jjoh1175@students.kennesaw.edu::bece193e-bc41-4e93-bd62-ef751322be5f" providerId="AD" clId="Web-{BB72026A-ACB9-D340-9188-FBB50F815FEC}" dt="2026-04-29T13:21:33.088" v="299" actId="1076"/>
          <ac:picMkLst>
            <pc:docMk/>
            <pc:sldMk cId="1492820635" sldId="289"/>
            <ac:picMk id="7" creationId="{FF9EB769-5452-666A-64C2-1466BF19D001}"/>
          </ac:picMkLst>
        </pc:picChg>
      </pc:sldChg>
      <pc:sldChg chg="addSp delSp modSp mod setBg modClrScheme chgLayout">
        <pc:chgData name="Julia Johnson" userId="S::jjoh1175@students.kennesaw.edu::bece193e-bc41-4e93-bd62-ef751322be5f" providerId="AD" clId="Web-{BB72026A-ACB9-D340-9188-FBB50F815FEC}" dt="2026-04-29T13:27:11.928" v="415" actId="1076"/>
        <pc:sldMkLst>
          <pc:docMk/>
          <pc:sldMk cId="3480248813" sldId="291"/>
        </pc:sldMkLst>
        <pc:spChg chg="mod ord">
          <ac:chgData name="Julia Johnson" userId="S::jjoh1175@students.kennesaw.edu::bece193e-bc41-4e93-bd62-ef751322be5f" providerId="AD" clId="Web-{BB72026A-ACB9-D340-9188-FBB50F815FEC}" dt="2026-04-29T13:26:52.819" v="403" actId="1076"/>
          <ac:spMkLst>
            <pc:docMk/>
            <pc:sldMk cId="3480248813" sldId="291"/>
            <ac:spMk id="2" creationId="{3E9810D2-E17E-6DF6-9BA5-91F84391DD3D}"/>
          </ac:spMkLst>
        </pc:spChg>
        <pc:spChg chg="add">
          <ac:chgData name="Julia Johnson" userId="S::jjoh1175@students.kennesaw.edu::bece193e-bc41-4e93-bd62-ef751322be5f" providerId="AD" clId="Web-{BB72026A-ACB9-D340-9188-FBB50F815FEC}" dt="2026-04-29T13:26:31.661" v="395"/>
          <ac:spMkLst>
            <pc:docMk/>
            <pc:sldMk cId="3480248813" sldId="291"/>
            <ac:spMk id="13" creationId="{19F9BF86-FE94-4517-B97D-026C7515E589}"/>
          </ac:spMkLst>
        </pc:spChg>
        <pc:picChg chg="add mod">
          <ac:chgData name="Julia Johnson" userId="S::jjoh1175@students.kennesaw.edu::bece193e-bc41-4e93-bd62-ef751322be5f" providerId="AD" clId="Web-{BB72026A-ACB9-D340-9188-FBB50F815FEC}" dt="2026-04-29T13:27:11.928" v="415" actId="1076"/>
          <ac:picMkLst>
            <pc:docMk/>
            <pc:sldMk cId="3480248813" sldId="291"/>
            <ac:picMk id="6" creationId="{5B36A515-7A47-5E1D-F156-93D73EF1C137}"/>
          </ac:picMkLst>
        </pc:picChg>
        <pc:cxnChg chg="add">
          <ac:chgData name="Julia Johnson" userId="S::jjoh1175@students.kennesaw.edu::bece193e-bc41-4e93-bd62-ef751322be5f" providerId="AD" clId="Web-{BB72026A-ACB9-D340-9188-FBB50F815FEC}" dt="2026-04-29T13:26:31.661" v="395"/>
          <ac:cxnSpMkLst>
            <pc:docMk/>
            <pc:sldMk cId="3480248813" sldId="291"/>
            <ac:cxnSpMk id="11" creationId="{118E06E4-607B-144B-382B-AD3D06B1EE8C}"/>
          </ac:cxnSpMkLst>
        </pc:cxnChg>
      </pc:sldChg>
      <pc:sldChg chg="modSp mod modClrScheme chgLayout">
        <pc:chgData name="Julia Johnson" userId="S::jjoh1175@students.kennesaw.edu::bece193e-bc41-4e93-bd62-ef751322be5f" providerId="AD" clId="Web-{BB72026A-ACB9-D340-9188-FBB50F815FEC}" dt="2026-04-29T13:09:53.087" v="73" actId="1076"/>
        <pc:sldMkLst>
          <pc:docMk/>
          <pc:sldMk cId="1723939986" sldId="294"/>
        </pc:sldMkLst>
        <pc:spChg chg="mod ord">
          <ac:chgData name="Julia Johnson" userId="S::jjoh1175@students.kennesaw.edu::bece193e-bc41-4e93-bd62-ef751322be5f" providerId="AD" clId="Web-{BB72026A-ACB9-D340-9188-FBB50F815FEC}" dt="2026-04-29T13:08:17.538" v="29" actId="20577"/>
          <ac:spMkLst>
            <pc:docMk/>
            <pc:sldMk cId="1723939986" sldId="294"/>
            <ac:spMk id="2" creationId="{CB0C063A-C5E9-24D1-2567-BCDBF5FBE161}"/>
          </ac:spMkLst>
        </pc:spChg>
        <pc:spChg chg="mod ord">
          <ac:chgData name="Julia Johnson" userId="S::jjoh1175@students.kennesaw.edu::bece193e-bc41-4e93-bd62-ef751322be5f" providerId="AD" clId="Web-{BB72026A-ACB9-D340-9188-FBB50F815FEC}" dt="2026-04-29T13:09:53.087" v="73" actId="1076"/>
          <ac:spMkLst>
            <pc:docMk/>
            <pc:sldMk cId="1723939986" sldId="294"/>
            <ac:spMk id="3" creationId="{E6F7582E-AF1F-5EA4-69E2-F9F0D154599F}"/>
          </ac:spMkLst>
        </pc:spChg>
        <pc:spChg chg="mod ord">
          <ac:chgData name="Julia Johnson" userId="S::jjoh1175@students.kennesaw.edu::bece193e-bc41-4e93-bd62-ef751322be5f" providerId="AD" clId="Web-{BB72026A-ACB9-D340-9188-FBB50F815FEC}" dt="2026-04-29T13:09:37.133" v="68" actId="1076"/>
          <ac:spMkLst>
            <pc:docMk/>
            <pc:sldMk cId="1723939986" sldId="294"/>
            <ac:spMk id="4" creationId="{41EE6D15-48AD-31E4-E643-08517326B47F}"/>
          </ac:spMkLst>
        </pc:spChg>
        <pc:picChg chg="mod">
          <ac:chgData name="Julia Johnson" userId="S::jjoh1175@students.kennesaw.edu::bece193e-bc41-4e93-bd62-ef751322be5f" providerId="AD" clId="Web-{BB72026A-ACB9-D340-9188-FBB50F815FEC}" dt="2026-04-29T13:09:49.384" v="72" actId="1076"/>
          <ac:picMkLst>
            <pc:docMk/>
            <pc:sldMk cId="1723939986" sldId="294"/>
            <ac:picMk id="5" creationId="{B69D7609-475F-BE81-FFB6-B2BE8FED39C3}"/>
          </ac:picMkLst>
        </pc:picChg>
        <pc:picChg chg="mod">
          <ac:chgData name="Julia Johnson" userId="S::jjoh1175@students.kennesaw.edu::bece193e-bc41-4e93-bd62-ef751322be5f" providerId="AD" clId="Web-{BB72026A-ACB9-D340-9188-FBB50F815FEC}" dt="2026-04-29T13:08:31.585" v="34" actId="1076"/>
          <ac:picMkLst>
            <pc:docMk/>
            <pc:sldMk cId="1723939986" sldId="294"/>
            <ac:picMk id="8" creationId="{87287E5E-D11A-01F4-58E7-552A6B75EF7C}"/>
          </ac:picMkLst>
        </pc:picChg>
      </pc:sldChg>
      <pc:sldChg chg="delSp modSp add replId">
        <pc:chgData name="Julia Johnson" userId="S::jjoh1175@students.kennesaw.edu::bece193e-bc41-4e93-bd62-ef751322be5f" providerId="AD" clId="Web-{BB72026A-ACB9-D340-9188-FBB50F815FEC}" dt="2026-04-29T13:24:25.096" v="367"/>
        <pc:sldMkLst>
          <pc:docMk/>
          <pc:sldMk cId="3890825330" sldId="297"/>
        </pc:sldMkLst>
        <pc:spChg chg="mod">
          <ac:chgData name="Julia Johnson" userId="S::jjoh1175@students.kennesaw.edu::bece193e-bc41-4e93-bd62-ef751322be5f" providerId="AD" clId="Web-{BB72026A-ACB9-D340-9188-FBB50F815FEC}" dt="2026-04-29T13:23:20.578" v="350" actId="20577"/>
          <ac:spMkLst>
            <pc:docMk/>
            <pc:sldMk cId="3890825330" sldId="297"/>
            <ac:spMk id="2" creationId="{63987477-BA91-23FA-28A1-183BC26244FE}"/>
          </ac:spMkLst>
        </pc:spChg>
        <pc:spChg chg="mod">
          <ac:chgData name="Julia Johnson" userId="S::jjoh1175@students.kennesaw.edu::bece193e-bc41-4e93-bd62-ef751322be5f" providerId="AD" clId="Web-{BB72026A-ACB9-D340-9188-FBB50F815FEC}" dt="2026-04-29T13:23:56.360" v="365" actId="1076"/>
          <ac:spMkLst>
            <pc:docMk/>
            <pc:sldMk cId="3890825330" sldId="297"/>
            <ac:spMk id="3" creationId="{A26D8509-7850-6B2C-DF7F-918F79D5C6EB}"/>
          </ac:spMkLst>
        </pc:spChg>
        <pc:spChg chg="mod">
          <ac:chgData name="Julia Johnson" userId="S::jjoh1175@students.kennesaw.edu::bece193e-bc41-4e93-bd62-ef751322be5f" providerId="AD" clId="Web-{BB72026A-ACB9-D340-9188-FBB50F815FEC}" dt="2026-04-29T13:23:29.031" v="360" actId="20577"/>
          <ac:spMkLst>
            <pc:docMk/>
            <pc:sldMk cId="3890825330" sldId="297"/>
            <ac:spMk id="4" creationId="{1EEB0C7B-9C9A-4831-4B6E-CB8E6C7136FF}"/>
          </ac:spMkLst>
        </pc:spChg>
      </pc:sldChg>
    </pc:docChg>
  </pc:docChgLst>
  <pc:docChgLst>
    <pc:chgData name="Jalen Tottress" userId="S::jtottres@students.kennesaw.edu::9b8bedd8-bbf4-4df7-85c7-a1d0517546db" providerId="AD" clId="Web-{A50CC8D3-B16C-3AE1-D1AA-0001F5A82D03}"/>
    <pc:docChg chg="modSld">
      <pc:chgData name="Jalen Tottress" userId="S::jtottres@students.kennesaw.edu::9b8bedd8-bbf4-4df7-85c7-a1d0517546db" providerId="AD" clId="Web-{A50CC8D3-B16C-3AE1-D1AA-0001F5A82D03}" dt="2026-04-29T14:59:42.182" v="940" actId="20577"/>
      <pc:docMkLst>
        <pc:docMk/>
      </pc:docMkLst>
      <pc:sldChg chg="modSp">
        <pc:chgData name="Jalen Tottress" userId="S::jtottres@students.kennesaw.edu::9b8bedd8-bbf4-4df7-85c7-a1d0517546db" providerId="AD" clId="Web-{A50CC8D3-B16C-3AE1-D1AA-0001F5A82D03}" dt="2026-04-29T14:25:28.689" v="587" actId="14100"/>
        <pc:sldMkLst>
          <pc:docMk/>
          <pc:sldMk cId="2101286299" sldId="284"/>
        </pc:sldMkLst>
        <pc:spChg chg="mod">
          <ac:chgData name="Jalen Tottress" userId="S::jtottres@students.kennesaw.edu::9b8bedd8-bbf4-4df7-85c7-a1d0517546db" providerId="AD" clId="Web-{A50CC8D3-B16C-3AE1-D1AA-0001F5A82D03}" dt="2026-04-29T14:18:54.690" v="373" actId="14100"/>
          <ac:spMkLst>
            <pc:docMk/>
            <pc:sldMk cId="2101286299" sldId="284"/>
            <ac:spMk id="13" creationId="{118DC1F1-F2EE-4980-7ECD-E99C2B46A0A2}"/>
          </ac:spMkLst>
        </pc:spChg>
        <pc:spChg chg="mod">
          <ac:chgData name="Jalen Tottress" userId="S::jtottres@students.kennesaw.edu::9b8bedd8-bbf4-4df7-85c7-a1d0517546db" providerId="AD" clId="Web-{A50CC8D3-B16C-3AE1-D1AA-0001F5A82D03}" dt="2026-04-29T14:25:28.689" v="587" actId="14100"/>
          <ac:spMkLst>
            <pc:docMk/>
            <pc:sldMk cId="2101286299" sldId="284"/>
            <ac:spMk id="16" creationId="{35A3D5E2-A9AC-DBD7-E16E-09BE7975E3B9}"/>
          </ac:spMkLst>
        </pc:spChg>
      </pc:sldChg>
      <pc:sldChg chg="addSp delSp modSp">
        <pc:chgData name="Jalen Tottress" userId="S::jtottres@students.kennesaw.edu::9b8bedd8-bbf4-4df7-85c7-a1d0517546db" providerId="AD" clId="Web-{A50CC8D3-B16C-3AE1-D1AA-0001F5A82D03}" dt="2026-04-29T14:51:09.886" v="850" actId="1076"/>
        <pc:sldMkLst>
          <pc:docMk/>
          <pc:sldMk cId="2535871228" sldId="286"/>
        </pc:sldMkLst>
        <pc:spChg chg="add mod">
          <ac:chgData name="Jalen Tottress" userId="S::jtottres@students.kennesaw.edu::9b8bedd8-bbf4-4df7-85c7-a1d0517546db" providerId="AD" clId="Web-{A50CC8D3-B16C-3AE1-D1AA-0001F5A82D03}" dt="2026-04-29T14:28:18.907" v="603" actId="1076"/>
          <ac:spMkLst>
            <pc:docMk/>
            <pc:sldMk cId="2535871228" sldId="286"/>
            <ac:spMk id="3" creationId="{0A7D28EE-5126-95A6-6424-3564E0288055}"/>
          </ac:spMkLst>
        </pc:spChg>
        <pc:spChg chg="add mod">
          <ac:chgData name="Jalen Tottress" userId="S::jtottres@students.kennesaw.edu::9b8bedd8-bbf4-4df7-85c7-a1d0517546db" providerId="AD" clId="Web-{A50CC8D3-B16C-3AE1-D1AA-0001F5A82D03}" dt="2026-04-29T14:50:15.855" v="835" actId="1076"/>
          <ac:spMkLst>
            <pc:docMk/>
            <pc:sldMk cId="2535871228" sldId="286"/>
            <ac:spMk id="5" creationId="{B9CA093A-A6A1-0072-650A-3F1D3AD2FB6B}"/>
          </ac:spMkLst>
        </pc:spChg>
        <pc:spChg chg="add mod">
          <ac:chgData name="Jalen Tottress" userId="S::jtottres@students.kennesaw.edu::9b8bedd8-bbf4-4df7-85c7-a1d0517546db" providerId="AD" clId="Web-{A50CC8D3-B16C-3AE1-D1AA-0001F5A82D03}" dt="2026-04-29T14:28:36.188" v="605" actId="1076"/>
          <ac:spMkLst>
            <pc:docMk/>
            <pc:sldMk cId="2535871228" sldId="286"/>
            <ac:spMk id="6" creationId="{0AAD6EF0-33CD-FA56-7F40-71CA8CBC09DF}"/>
          </ac:spMkLst>
        </pc:spChg>
        <pc:spChg chg="add mod">
          <ac:chgData name="Jalen Tottress" userId="S::jtottres@students.kennesaw.edu::9b8bedd8-bbf4-4df7-85c7-a1d0517546db" providerId="AD" clId="Web-{A50CC8D3-B16C-3AE1-D1AA-0001F5A82D03}" dt="2026-04-29T14:29:17.844" v="619" actId="20577"/>
          <ac:spMkLst>
            <pc:docMk/>
            <pc:sldMk cId="2535871228" sldId="286"/>
            <ac:spMk id="7" creationId="{A5EC2F92-DC89-9DD1-4F54-B7D266464592}"/>
          </ac:spMkLst>
        </pc:spChg>
        <pc:spChg chg="add mod">
          <ac:chgData name="Jalen Tottress" userId="S::jtottres@students.kennesaw.edu::9b8bedd8-bbf4-4df7-85c7-a1d0517546db" providerId="AD" clId="Web-{A50CC8D3-B16C-3AE1-D1AA-0001F5A82D03}" dt="2026-04-29T14:29:46.125" v="630" actId="20577"/>
          <ac:spMkLst>
            <pc:docMk/>
            <pc:sldMk cId="2535871228" sldId="286"/>
            <ac:spMk id="8" creationId="{FDE3222E-055E-D804-5A2E-DC1A3B4759B6}"/>
          </ac:spMkLst>
        </pc:spChg>
        <pc:spChg chg="add mod">
          <ac:chgData name="Jalen Tottress" userId="S::jtottres@students.kennesaw.edu::9b8bedd8-bbf4-4df7-85c7-a1d0517546db" providerId="AD" clId="Web-{A50CC8D3-B16C-3AE1-D1AA-0001F5A82D03}" dt="2026-04-29T14:30:31.625" v="650" actId="20577"/>
          <ac:spMkLst>
            <pc:docMk/>
            <pc:sldMk cId="2535871228" sldId="286"/>
            <ac:spMk id="10" creationId="{73CF8D8F-61B0-FF3C-56A8-D02CF63B6DB5}"/>
          </ac:spMkLst>
        </pc:spChg>
        <pc:spChg chg="add mod">
          <ac:chgData name="Jalen Tottress" userId="S::jtottres@students.kennesaw.edu::9b8bedd8-bbf4-4df7-85c7-a1d0517546db" providerId="AD" clId="Web-{A50CC8D3-B16C-3AE1-D1AA-0001F5A82D03}" dt="2026-04-29T14:34:12.671" v="655" actId="1076"/>
          <ac:spMkLst>
            <pc:docMk/>
            <pc:sldMk cId="2535871228" sldId="286"/>
            <ac:spMk id="11" creationId="{37147207-A892-B789-474C-7BBA02D8408F}"/>
          </ac:spMkLst>
        </pc:spChg>
        <pc:spChg chg="add mod">
          <ac:chgData name="Jalen Tottress" userId="S::jtottres@students.kennesaw.edu::9b8bedd8-bbf4-4df7-85c7-a1d0517546db" providerId="AD" clId="Web-{A50CC8D3-B16C-3AE1-D1AA-0001F5A82D03}" dt="2026-04-29T14:34:20.624" v="657" actId="1076"/>
          <ac:spMkLst>
            <pc:docMk/>
            <pc:sldMk cId="2535871228" sldId="286"/>
            <ac:spMk id="12" creationId="{8CC7F771-09D0-7926-156B-22458D39FE14}"/>
          </ac:spMkLst>
        </pc:spChg>
        <pc:spChg chg="add mod">
          <ac:chgData name="Jalen Tottress" userId="S::jtottres@students.kennesaw.edu::9b8bedd8-bbf4-4df7-85c7-a1d0517546db" providerId="AD" clId="Web-{A50CC8D3-B16C-3AE1-D1AA-0001F5A82D03}" dt="2026-04-29T14:34:31.592" v="659" actId="1076"/>
          <ac:spMkLst>
            <pc:docMk/>
            <pc:sldMk cId="2535871228" sldId="286"/>
            <ac:spMk id="13" creationId="{B79062AF-8AE9-7C0F-40FA-0FF77010F350}"/>
          </ac:spMkLst>
        </pc:spChg>
        <pc:spChg chg="add mod">
          <ac:chgData name="Jalen Tottress" userId="S::jtottres@students.kennesaw.edu::9b8bedd8-bbf4-4df7-85c7-a1d0517546db" providerId="AD" clId="Web-{A50CC8D3-B16C-3AE1-D1AA-0001F5A82D03}" dt="2026-04-29T14:34:41.030" v="661" actId="1076"/>
          <ac:spMkLst>
            <pc:docMk/>
            <pc:sldMk cId="2535871228" sldId="286"/>
            <ac:spMk id="14" creationId="{8A344285-4821-185B-9C72-5F4468B9A3FA}"/>
          </ac:spMkLst>
        </pc:spChg>
        <pc:spChg chg="add mod">
          <ac:chgData name="Jalen Tottress" userId="S::jtottres@students.kennesaw.edu::9b8bedd8-bbf4-4df7-85c7-a1d0517546db" providerId="AD" clId="Web-{A50CC8D3-B16C-3AE1-D1AA-0001F5A82D03}" dt="2026-04-29T14:34:46.327" v="663" actId="1076"/>
          <ac:spMkLst>
            <pc:docMk/>
            <pc:sldMk cId="2535871228" sldId="286"/>
            <ac:spMk id="15" creationId="{15AD6455-80D1-E4C4-0A70-B8053A173AAB}"/>
          </ac:spMkLst>
        </pc:spChg>
        <pc:spChg chg="add mod">
          <ac:chgData name="Jalen Tottress" userId="S::jtottres@students.kennesaw.edu::9b8bedd8-bbf4-4df7-85c7-a1d0517546db" providerId="AD" clId="Web-{A50CC8D3-B16C-3AE1-D1AA-0001F5A82D03}" dt="2026-04-29T14:35:09.999" v="669" actId="1076"/>
          <ac:spMkLst>
            <pc:docMk/>
            <pc:sldMk cId="2535871228" sldId="286"/>
            <ac:spMk id="16" creationId="{A322BC46-0E2C-3518-ABAD-101E6F29725C}"/>
          </ac:spMkLst>
        </pc:spChg>
        <pc:spChg chg="add mod">
          <ac:chgData name="Jalen Tottress" userId="S::jtottres@students.kennesaw.edu::9b8bedd8-bbf4-4df7-85c7-a1d0517546db" providerId="AD" clId="Web-{A50CC8D3-B16C-3AE1-D1AA-0001F5A82D03}" dt="2026-04-29T14:35:20.983" v="670" actId="1076"/>
          <ac:spMkLst>
            <pc:docMk/>
            <pc:sldMk cId="2535871228" sldId="286"/>
            <ac:spMk id="17" creationId="{1772397C-D261-F3A6-B649-41392BB5275F}"/>
          </ac:spMkLst>
        </pc:spChg>
        <pc:spChg chg="add mod">
          <ac:chgData name="Jalen Tottress" userId="S::jtottres@students.kennesaw.edu::9b8bedd8-bbf4-4df7-85c7-a1d0517546db" providerId="AD" clId="Web-{A50CC8D3-B16C-3AE1-D1AA-0001F5A82D03}" dt="2026-04-29T14:36:12.436" v="686" actId="1076"/>
          <ac:spMkLst>
            <pc:docMk/>
            <pc:sldMk cId="2535871228" sldId="286"/>
            <ac:spMk id="18" creationId="{929E9CD4-3007-D740-6C39-85F9BFC046A9}"/>
          </ac:spMkLst>
        </pc:spChg>
        <pc:spChg chg="add mod">
          <ac:chgData name="Jalen Tottress" userId="S::jtottres@students.kennesaw.edu::9b8bedd8-bbf4-4df7-85c7-a1d0517546db" providerId="AD" clId="Web-{A50CC8D3-B16C-3AE1-D1AA-0001F5A82D03}" dt="2026-04-29T14:37:52.342" v="704" actId="1076"/>
          <ac:spMkLst>
            <pc:docMk/>
            <pc:sldMk cId="2535871228" sldId="286"/>
            <ac:spMk id="19" creationId="{0561CAF8-E3AA-2A7F-EF10-734E8AB53F27}"/>
          </ac:spMkLst>
        </pc:spChg>
        <pc:spChg chg="add mod">
          <ac:chgData name="Jalen Tottress" userId="S::jtottres@students.kennesaw.edu::9b8bedd8-bbf4-4df7-85c7-a1d0517546db" providerId="AD" clId="Web-{A50CC8D3-B16C-3AE1-D1AA-0001F5A82D03}" dt="2026-04-29T14:39:50.623" v="729" actId="20577"/>
          <ac:spMkLst>
            <pc:docMk/>
            <pc:sldMk cId="2535871228" sldId="286"/>
            <ac:spMk id="20" creationId="{71B75019-2281-82F0-4DA3-BEA161BE2912}"/>
          </ac:spMkLst>
        </pc:spChg>
        <pc:spChg chg="add mod">
          <ac:chgData name="Jalen Tottress" userId="S::jtottres@students.kennesaw.edu::9b8bedd8-bbf4-4df7-85c7-a1d0517546db" providerId="AD" clId="Web-{A50CC8D3-B16C-3AE1-D1AA-0001F5A82D03}" dt="2026-04-29T14:43:20.248" v="747" actId="1076"/>
          <ac:spMkLst>
            <pc:docMk/>
            <pc:sldMk cId="2535871228" sldId="286"/>
            <ac:spMk id="21" creationId="{0DD5B84A-2151-B898-9674-B95003FCF1F6}"/>
          </ac:spMkLst>
        </pc:spChg>
        <pc:spChg chg="add mod">
          <ac:chgData name="Jalen Tottress" userId="S::jtottres@students.kennesaw.edu::9b8bedd8-bbf4-4df7-85c7-a1d0517546db" providerId="AD" clId="Web-{A50CC8D3-B16C-3AE1-D1AA-0001F5A82D03}" dt="2026-04-29T14:44:26.357" v="773" actId="20577"/>
          <ac:spMkLst>
            <pc:docMk/>
            <pc:sldMk cId="2535871228" sldId="286"/>
            <ac:spMk id="22" creationId="{E3132104-FD1A-7507-5BF8-79113558DCDF}"/>
          </ac:spMkLst>
        </pc:spChg>
        <pc:spChg chg="add mod">
          <ac:chgData name="Jalen Tottress" userId="S::jtottres@students.kennesaw.edu::9b8bedd8-bbf4-4df7-85c7-a1d0517546db" providerId="AD" clId="Web-{A50CC8D3-B16C-3AE1-D1AA-0001F5A82D03}" dt="2026-04-29T14:45:44.919" v="792" actId="20577"/>
          <ac:spMkLst>
            <pc:docMk/>
            <pc:sldMk cId="2535871228" sldId="286"/>
            <ac:spMk id="23" creationId="{FB7A03D5-D308-1AA2-C427-21B660420AF1}"/>
          </ac:spMkLst>
        </pc:spChg>
        <pc:spChg chg="add mod">
          <ac:chgData name="Jalen Tottress" userId="S::jtottres@students.kennesaw.edu::9b8bedd8-bbf4-4df7-85c7-a1d0517546db" providerId="AD" clId="Web-{A50CC8D3-B16C-3AE1-D1AA-0001F5A82D03}" dt="2026-04-29T14:47:01.137" v="812" actId="1076"/>
          <ac:spMkLst>
            <pc:docMk/>
            <pc:sldMk cId="2535871228" sldId="286"/>
            <ac:spMk id="24" creationId="{F962A91B-67B5-0B4B-4416-67E33181EF40}"/>
          </ac:spMkLst>
        </pc:spChg>
        <pc:spChg chg="add mod">
          <ac:chgData name="Jalen Tottress" userId="S::jtottres@students.kennesaw.edu::9b8bedd8-bbf4-4df7-85c7-a1d0517546db" providerId="AD" clId="Web-{A50CC8D3-B16C-3AE1-D1AA-0001F5A82D03}" dt="2026-04-29T14:47:37.465" v="818" actId="1076"/>
          <ac:spMkLst>
            <pc:docMk/>
            <pc:sldMk cId="2535871228" sldId="286"/>
            <ac:spMk id="25" creationId="{2F5F5727-13FC-4B1B-184F-CE4B74CFC720}"/>
          </ac:spMkLst>
        </pc:spChg>
        <pc:spChg chg="add mod">
          <ac:chgData name="Jalen Tottress" userId="S::jtottres@students.kennesaw.edu::9b8bedd8-bbf4-4df7-85c7-a1d0517546db" providerId="AD" clId="Web-{A50CC8D3-B16C-3AE1-D1AA-0001F5A82D03}" dt="2026-04-29T14:48:01.887" v="820" actId="1076"/>
          <ac:spMkLst>
            <pc:docMk/>
            <pc:sldMk cId="2535871228" sldId="286"/>
            <ac:spMk id="26" creationId="{A052A42E-1FF3-1731-2DEF-44195DE66A90}"/>
          </ac:spMkLst>
        </pc:spChg>
        <pc:spChg chg="add mod">
          <ac:chgData name="Jalen Tottress" userId="S::jtottres@students.kennesaw.edu::9b8bedd8-bbf4-4df7-85c7-a1d0517546db" providerId="AD" clId="Web-{A50CC8D3-B16C-3AE1-D1AA-0001F5A82D03}" dt="2026-04-29T14:50:41.886" v="843" actId="1076"/>
          <ac:spMkLst>
            <pc:docMk/>
            <pc:sldMk cId="2535871228" sldId="286"/>
            <ac:spMk id="27" creationId="{598B0002-0DF8-BB73-A810-B6B709437E0B}"/>
          </ac:spMkLst>
        </pc:spChg>
        <pc:spChg chg="add mod">
          <ac:chgData name="Jalen Tottress" userId="S::jtottres@students.kennesaw.edu::9b8bedd8-bbf4-4df7-85c7-a1d0517546db" providerId="AD" clId="Web-{A50CC8D3-B16C-3AE1-D1AA-0001F5A82D03}" dt="2026-04-29T14:51:09.886" v="850" actId="1076"/>
          <ac:spMkLst>
            <pc:docMk/>
            <pc:sldMk cId="2535871228" sldId="286"/>
            <ac:spMk id="28" creationId="{6C36BF43-ABC2-902F-B81A-162E6521AAF2}"/>
          </ac:spMkLst>
        </pc:spChg>
      </pc:sldChg>
      <pc:sldChg chg="modSp">
        <pc:chgData name="Jalen Tottress" userId="S::jtottres@students.kennesaw.edu::9b8bedd8-bbf4-4df7-85c7-a1d0517546db" providerId="AD" clId="Web-{A50CC8D3-B16C-3AE1-D1AA-0001F5A82D03}" dt="2026-04-29T14:59:42.182" v="940" actId="20577"/>
        <pc:sldMkLst>
          <pc:docMk/>
          <pc:sldMk cId="1343231391" sldId="296"/>
        </pc:sldMkLst>
        <pc:spChg chg="mod">
          <ac:chgData name="Jalen Tottress" userId="S::jtottres@students.kennesaw.edu::9b8bedd8-bbf4-4df7-85c7-a1d0517546db" providerId="AD" clId="Web-{A50CC8D3-B16C-3AE1-D1AA-0001F5A82D03}" dt="2026-04-29T14:59:42.182" v="940" actId="20577"/>
          <ac:spMkLst>
            <pc:docMk/>
            <pc:sldMk cId="1343231391" sldId="296"/>
            <ac:spMk id="3" creationId="{C6FC6587-2954-788C-36F5-B9903D85B98D}"/>
          </ac:spMkLst>
        </pc:spChg>
      </pc:sldChg>
      <pc:sldChg chg="addSp modSp">
        <pc:chgData name="Jalen Tottress" userId="S::jtottres@students.kennesaw.edu::9b8bedd8-bbf4-4df7-85c7-a1d0517546db" providerId="AD" clId="Web-{A50CC8D3-B16C-3AE1-D1AA-0001F5A82D03}" dt="2026-04-29T14:05:51.428" v="8"/>
        <pc:sldMkLst>
          <pc:docMk/>
          <pc:sldMk cId="3890825330" sldId="297"/>
        </pc:sldMkLst>
        <pc:picChg chg="add mod">
          <ac:chgData name="Jalen Tottress" userId="S::jtottres@students.kennesaw.edu::9b8bedd8-bbf4-4df7-85c7-a1d0517546db" providerId="AD" clId="Web-{A50CC8D3-B16C-3AE1-D1AA-0001F5A82D03}" dt="2026-04-29T14:05:51.428" v="8"/>
          <ac:picMkLst>
            <pc:docMk/>
            <pc:sldMk cId="3890825330" sldId="297"/>
            <ac:picMk id="5" creationId="{F76D986B-6D94-D29A-A1F2-87D5E98FDE35}"/>
          </ac:picMkLst>
        </pc:picChg>
        <pc:picChg chg="add mod">
          <ac:chgData name="Jalen Tottress" userId="S::jtottres@students.kennesaw.edu::9b8bedd8-bbf4-4df7-85c7-a1d0517546db" providerId="AD" clId="Web-{A50CC8D3-B16C-3AE1-D1AA-0001F5A82D03}" dt="2026-04-29T14:05:42.537" v="7" actId="1076"/>
          <ac:picMkLst>
            <pc:docMk/>
            <pc:sldMk cId="3890825330" sldId="297"/>
            <ac:picMk id="6" creationId="{A5DDBACF-F3F0-9B82-07EB-BF63C2683888}"/>
          </ac:picMkLst>
        </pc:picChg>
      </pc:sldChg>
    </pc:docChg>
  </pc:docChgLst>
  <pc:docChgLst>
    <pc:chgData name="Julia Johnson" userId="bece193e-bc41-4e93-bd62-ef751322be5f" providerId="ADAL" clId="{22625DC8-78B4-43E0-A240-E5F096B09CBA}"/>
    <pc:docChg chg="custSel modSld">
      <pc:chgData name="Julia Johnson" userId="bece193e-bc41-4e93-bd62-ef751322be5f" providerId="ADAL" clId="{22625DC8-78B4-43E0-A240-E5F096B09CBA}" dt="2026-04-29T18:09:17.802" v="2951" actId="1076"/>
      <pc:docMkLst>
        <pc:docMk/>
      </pc:docMkLst>
      <pc:sldChg chg="addSp delSp modSp mod modTransition delAnim modNotesTx">
        <pc:chgData name="Julia Johnson" userId="bece193e-bc41-4e93-bd62-ef751322be5f" providerId="ADAL" clId="{22625DC8-78B4-43E0-A240-E5F096B09CBA}" dt="2026-04-29T18:09:17.802" v="2951" actId="1076"/>
        <pc:sldMkLst>
          <pc:docMk/>
          <pc:sldMk cId="3907223169" sldId="292"/>
        </pc:sldMkLst>
        <pc:picChg chg="add mod">
          <ac:chgData name="Julia Johnson" userId="bece193e-bc41-4e93-bd62-ef751322be5f" providerId="ADAL" clId="{22625DC8-78B4-43E0-A240-E5F096B09CBA}" dt="2026-04-29T18:09:17.802" v="2951" actId="1076"/>
          <ac:picMkLst>
            <pc:docMk/>
            <pc:sldMk cId="3907223169" sldId="292"/>
            <ac:picMk id="14" creationId="{ED861EB6-C705-0E33-B281-710E515FBF07}"/>
          </ac:picMkLst>
        </pc:picChg>
      </pc:sldChg>
      <pc:sldChg chg="addSp modSp mod modNotesTx">
        <pc:chgData name="Julia Johnson" userId="bece193e-bc41-4e93-bd62-ef751322be5f" providerId="ADAL" clId="{22625DC8-78B4-43E0-A240-E5F096B09CBA}" dt="2026-04-29T18:09:06.059" v="2949" actId="1076"/>
        <pc:sldMkLst>
          <pc:docMk/>
          <pc:sldMk cId="673848923" sldId="293"/>
        </pc:sldMkLst>
        <pc:picChg chg="add mod">
          <ac:chgData name="Julia Johnson" userId="bece193e-bc41-4e93-bd62-ef751322be5f" providerId="ADAL" clId="{22625DC8-78B4-43E0-A240-E5F096B09CBA}" dt="2026-04-29T18:09:06.059" v="2949" actId="1076"/>
          <ac:picMkLst>
            <pc:docMk/>
            <pc:sldMk cId="673848923" sldId="293"/>
            <ac:picMk id="15" creationId="{FACDB48D-DBD6-12D5-4485-A409506C276F}"/>
          </ac:picMkLst>
        </pc:picChg>
      </pc:sldChg>
      <pc:sldChg chg="addSp modSp mod">
        <pc:chgData name="Julia Johnson" userId="bece193e-bc41-4e93-bd62-ef751322be5f" providerId="ADAL" clId="{22625DC8-78B4-43E0-A240-E5F096B09CBA}" dt="2026-04-29T18:09:10.895" v="2950" actId="1076"/>
        <pc:sldMkLst>
          <pc:docMk/>
          <pc:sldMk cId="1343231391" sldId="296"/>
        </pc:sldMkLst>
        <pc:picChg chg="add mod">
          <ac:chgData name="Julia Johnson" userId="bece193e-bc41-4e93-bd62-ef751322be5f" providerId="ADAL" clId="{22625DC8-78B4-43E0-A240-E5F096B09CBA}" dt="2026-04-29T18:09:10.895" v="2950" actId="1076"/>
          <ac:picMkLst>
            <pc:docMk/>
            <pc:sldMk cId="1343231391" sldId="296"/>
            <ac:picMk id="8" creationId="{D407264A-4759-1A29-E325-FD708178FD21}"/>
          </ac:picMkLst>
        </pc:picChg>
      </pc:sldChg>
    </pc:docChg>
  </pc:docChgLst>
  <pc:docChgLst>
    <pc:chgData name="Julia Johnson" userId="S::jjoh1175@students.kennesaw.edu::bece193e-bc41-4e93-bd62-ef751322be5f" providerId="AD" clId="Web-{5C03F71E-1995-AD30-89D4-0EAAFFA64B1E}"/>
    <pc:docChg chg="modSld">
      <pc:chgData name="Julia Johnson" userId="S::jjoh1175@students.kennesaw.edu::bece193e-bc41-4e93-bd62-ef751322be5f" providerId="AD" clId="Web-{5C03F71E-1995-AD30-89D4-0EAAFFA64B1E}" dt="2026-04-28T23:57:19.515" v="62" actId="20577"/>
      <pc:docMkLst>
        <pc:docMk/>
      </pc:docMkLst>
      <pc:sldChg chg="modSp">
        <pc:chgData name="Julia Johnson" userId="S::jjoh1175@students.kennesaw.edu::bece193e-bc41-4e93-bd62-ef751322be5f" providerId="AD" clId="Web-{5C03F71E-1995-AD30-89D4-0EAAFFA64B1E}" dt="2026-04-28T23:57:04.859" v="60" actId="20577"/>
        <pc:sldMkLst>
          <pc:docMk/>
          <pc:sldMk cId="186503923" sldId="285"/>
        </pc:sldMkLst>
        <pc:spChg chg="mod">
          <ac:chgData name="Julia Johnson" userId="S::jjoh1175@students.kennesaw.edu::bece193e-bc41-4e93-bd62-ef751322be5f" providerId="AD" clId="Web-{5C03F71E-1995-AD30-89D4-0EAAFFA64B1E}" dt="2026-04-28T23:57:04.859" v="60" actId="20577"/>
          <ac:spMkLst>
            <pc:docMk/>
            <pc:sldMk cId="186503923" sldId="285"/>
            <ac:spMk id="2" creationId="{8E3C0FDE-8AE8-4B38-C401-3D3697FD9552}"/>
          </ac:spMkLst>
        </pc:spChg>
      </pc:sldChg>
      <pc:sldChg chg="modSp">
        <pc:chgData name="Julia Johnson" userId="S::jjoh1175@students.kennesaw.edu::bece193e-bc41-4e93-bd62-ef751322be5f" providerId="AD" clId="Web-{5C03F71E-1995-AD30-89D4-0EAAFFA64B1E}" dt="2026-04-28T23:54:05.547" v="2" actId="20577"/>
        <pc:sldMkLst>
          <pc:docMk/>
          <pc:sldMk cId="3265264536" sldId="287"/>
        </pc:sldMkLst>
        <pc:spChg chg="mod">
          <ac:chgData name="Julia Johnson" userId="S::jjoh1175@students.kennesaw.edu::bece193e-bc41-4e93-bd62-ef751322be5f" providerId="AD" clId="Web-{5C03F71E-1995-AD30-89D4-0EAAFFA64B1E}" dt="2026-04-28T23:54:05.547" v="2" actId="20577"/>
          <ac:spMkLst>
            <pc:docMk/>
            <pc:sldMk cId="3265264536" sldId="287"/>
            <ac:spMk id="2" creationId="{71B94886-FE72-D640-B4B8-56B70913DAC9}"/>
          </ac:spMkLst>
        </pc:spChg>
      </pc:sldChg>
      <pc:sldChg chg="modSp">
        <pc:chgData name="Julia Johnson" userId="S::jjoh1175@students.kennesaw.edu::bece193e-bc41-4e93-bd62-ef751322be5f" providerId="AD" clId="Web-{5C03F71E-1995-AD30-89D4-0EAAFFA64B1E}" dt="2026-04-28T23:54:16.359" v="5" actId="20577"/>
        <pc:sldMkLst>
          <pc:docMk/>
          <pc:sldMk cId="3907223169" sldId="292"/>
        </pc:sldMkLst>
        <pc:spChg chg="mod">
          <ac:chgData name="Julia Johnson" userId="S::jjoh1175@students.kennesaw.edu::bece193e-bc41-4e93-bd62-ef751322be5f" providerId="AD" clId="Web-{5C03F71E-1995-AD30-89D4-0EAAFFA64B1E}" dt="2026-04-28T23:54:16.359" v="5" actId="20577"/>
          <ac:spMkLst>
            <pc:docMk/>
            <pc:sldMk cId="3907223169" sldId="292"/>
            <ac:spMk id="2" creationId="{79A20024-888C-14EB-8F44-FDB18BA58879}"/>
          </ac:spMkLst>
        </pc:spChg>
      </pc:sldChg>
      <pc:sldChg chg="modSp">
        <pc:chgData name="Julia Johnson" userId="S::jjoh1175@students.kennesaw.edu::bece193e-bc41-4e93-bd62-ef751322be5f" providerId="AD" clId="Web-{5C03F71E-1995-AD30-89D4-0EAAFFA64B1E}" dt="2026-04-28T23:54:23.218" v="10" actId="20577"/>
        <pc:sldMkLst>
          <pc:docMk/>
          <pc:sldMk cId="673848923" sldId="293"/>
        </pc:sldMkLst>
        <pc:spChg chg="mod">
          <ac:chgData name="Julia Johnson" userId="S::jjoh1175@students.kennesaw.edu::bece193e-bc41-4e93-bd62-ef751322be5f" providerId="AD" clId="Web-{5C03F71E-1995-AD30-89D4-0EAAFFA64B1E}" dt="2026-04-28T23:54:23.218" v="10" actId="20577"/>
          <ac:spMkLst>
            <pc:docMk/>
            <pc:sldMk cId="673848923" sldId="293"/>
            <ac:spMk id="2" creationId="{68324ACF-6F7C-0A38-18EF-DA80AB4258BE}"/>
          </ac:spMkLst>
        </pc:spChg>
      </pc:sldChg>
      <pc:sldChg chg="addSp delSp modSp">
        <pc:chgData name="Julia Johnson" userId="S::jjoh1175@students.kennesaw.edu::bece193e-bc41-4e93-bd62-ef751322be5f" providerId="AD" clId="Web-{5C03F71E-1995-AD30-89D4-0EAAFFA64B1E}" dt="2026-04-28T23:55:59.812" v="58" actId="20577"/>
        <pc:sldMkLst>
          <pc:docMk/>
          <pc:sldMk cId="1723939986" sldId="294"/>
        </pc:sldMkLst>
        <pc:spChg chg="mod">
          <ac:chgData name="Julia Johnson" userId="S::jjoh1175@students.kennesaw.edu::bece193e-bc41-4e93-bd62-ef751322be5f" providerId="AD" clId="Web-{5C03F71E-1995-AD30-89D4-0EAAFFA64B1E}" dt="2026-04-28T23:54:32.140" v="16" actId="20577"/>
          <ac:spMkLst>
            <pc:docMk/>
            <pc:sldMk cId="1723939986" sldId="294"/>
            <ac:spMk id="2" creationId="{CB0C063A-C5E9-24D1-2567-BCDBF5FBE161}"/>
          </ac:spMkLst>
        </pc:spChg>
        <pc:spChg chg="add del mod">
          <ac:chgData name="Julia Johnson" userId="S::jjoh1175@students.kennesaw.edu::bece193e-bc41-4e93-bd62-ef751322be5f" providerId="AD" clId="Web-{5C03F71E-1995-AD30-89D4-0EAAFFA64B1E}" dt="2026-04-28T23:55:59.812" v="58" actId="20577"/>
          <ac:spMkLst>
            <pc:docMk/>
            <pc:sldMk cId="1723939986" sldId="294"/>
            <ac:spMk id="3" creationId="{E6F7582E-AF1F-5EA4-69E2-F9F0D154599F}"/>
          </ac:spMkLst>
        </pc:spChg>
      </pc:sldChg>
      <pc:sldChg chg="modSp">
        <pc:chgData name="Julia Johnson" userId="S::jjoh1175@students.kennesaw.edu::bece193e-bc41-4e93-bd62-ef751322be5f" providerId="AD" clId="Web-{5C03F71E-1995-AD30-89D4-0EAAFFA64B1E}" dt="2026-04-28T23:57:19.515" v="62" actId="20577"/>
        <pc:sldMkLst>
          <pc:docMk/>
          <pc:sldMk cId="1343231391" sldId="296"/>
        </pc:sldMkLst>
        <pc:spChg chg="mod">
          <ac:chgData name="Julia Johnson" userId="S::jjoh1175@students.kennesaw.edu::bece193e-bc41-4e93-bd62-ef751322be5f" providerId="AD" clId="Web-{5C03F71E-1995-AD30-89D4-0EAAFFA64B1E}" dt="2026-04-28T23:57:19.515" v="62" actId="20577"/>
          <ac:spMkLst>
            <pc:docMk/>
            <pc:sldMk cId="1343231391" sldId="296"/>
            <ac:spMk id="6" creationId="{F22EFA45-03AA-C8B7-5E4A-4171855D230C}"/>
          </ac:spMkLst>
        </pc:spChg>
      </pc:sldChg>
    </pc:docChg>
  </pc:docChgLst>
  <pc:docChgLst>
    <pc:chgData name="Julia Johnson" userId="S::jjoh1175@students.kennesaw.edu::bece193e-bc41-4e93-bd62-ef751322be5f" providerId="AD" clId="Web-{98A2194E-8245-D666-F7CC-FF5808FDCC8F}"/>
    <pc:docChg chg="addSld delSld modSld">
      <pc:chgData name="Julia Johnson" userId="S::jjoh1175@students.kennesaw.edu::bece193e-bc41-4e93-bd62-ef751322be5f" providerId="AD" clId="Web-{98A2194E-8245-D666-F7CC-FF5808FDCC8F}" dt="2026-04-29T15:39:27.370" v="1033" actId="20577"/>
      <pc:docMkLst>
        <pc:docMk/>
      </pc:docMkLst>
      <pc:sldChg chg="addSp modSp">
        <pc:chgData name="Julia Johnson" userId="S::jjoh1175@students.kennesaw.edu::bece193e-bc41-4e93-bd62-ef751322be5f" providerId="AD" clId="Web-{98A2194E-8245-D666-F7CC-FF5808FDCC8F}" dt="2026-04-29T15:35:03.451" v="932" actId="1076"/>
        <pc:sldMkLst>
          <pc:docMk/>
          <pc:sldMk cId="760740679" sldId="283"/>
        </pc:sldMkLst>
        <pc:spChg chg="mod">
          <ac:chgData name="Julia Johnson" userId="S::jjoh1175@students.kennesaw.edu::bece193e-bc41-4e93-bd62-ef751322be5f" providerId="AD" clId="Web-{98A2194E-8245-D666-F7CC-FF5808FDCC8F}" dt="2026-04-29T15:21:08.863" v="871" actId="1076"/>
          <ac:spMkLst>
            <pc:docMk/>
            <pc:sldMk cId="760740679" sldId="283"/>
            <ac:spMk id="2" creationId="{FDC8D1EC-2ECE-E02C-9D81-6CB60CB1BD47}"/>
          </ac:spMkLst>
        </pc:spChg>
        <pc:spChg chg="mod">
          <ac:chgData name="Julia Johnson" userId="S::jjoh1175@students.kennesaw.edu::bece193e-bc41-4e93-bd62-ef751322be5f" providerId="AD" clId="Web-{98A2194E-8245-D666-F7CC-FF5808FDCC8F}" dt="2026-04-29T15:21:12.347" v="872" actId="1076"/>
          <ac:spMkLst>
            <pc:docMk/>
            <pc:sldMk cId="760740679" sldId="283"/>
            <ac:spMk id="13" creationId="{DBD0B360-1810-4DA1-83D2-84E3FE32F9E6}"/>
          </ac:spMkLst>
        </pc:spChg>
        <pc:spChg chg="mod">
          <ac:chgData name="Julia Johnson" userId="S::jjoh1175@students.kennesaw.edu::bece193e-bc41-4e93-bd62-ef751322be5f" providerId="AD" clId="Web-{98A2194E-8245-D666-F7CC-FF5808FDCC8F}" dt="2026-04-29T15:21:12.362" v="873" actId="1076"/>
          <ac:spMkLst>
            <pc:docMk/>
            <pc:sldMk cId="760740679" sldId="283"/>
            <ac:spMk id="16" creationId="{07C3B7E2-951C-A20D-04C9-928813518C22}"/>
          </ac:spMkLst>
        </pc:spChg>
        <pc:picChg chg="add mod ord">
          <ac:chgData name="Julia Johnson" userId="S::jjoh1175@students.kennesaw.edu::bece193e-bc41-4e93-bd62-ef751322be5f" providerId="AD" clId="Web-{98A2194E-8245-D666-F7CC-FF5808FDCC8F}" dt="2026-04-29T15:35:03.451" v="932" actId="1076"/>
          <ac:picMkLst>
            <pc:docMk/>
            <pc:sldMk cId="760740679" sldId="283"/>
            <ac:picMk id="3" creationId="{E2010097-257E-BF9C-E41D-166C8C2183A9}"/>
          </ac:picMkLst>
        </pc:picChg>
      </pc:sldChg>
      <pc:sldChg chg="addSp modSp">
        <pc:chgData name="Julia Johnson" userId="S::jjoh1175@students.kennesaw.edu::bece193e-bc41-4e93-bd62-ef751322be5f" providerId="AD" clId="Web-{98A2194E-8245-D666-F7CC-FF5808FDCC8F}" dt="2026-04-29T15:21:16.722" v="874" actId="1076"/>
        <pc:sldMkLst>
          <pc:docMk/>
          <pc:sldMk cId="2101286299" sldId="284"/>
        </pc:sldMkLst>
        <pc:spChg chg="mod">
          <ac:chgData name="Julia Johnson" userId="S::jjoh1175@students.kennesaw.edu::bece193e-bc41-4e93-bd62-ef751322be5f" providerId="AD" clId="Web-{98A2194E-8245-D666-F7CC-FF5808FDCC8F}" dt="2026-04-29T15:21:16.722" v="874" actId="1076"/>
          <ac:spMkLst>
            <pc:docMk/>
            <pc:sldMk cId="2101286299" sldId="284"/>
            <ac:spMk id="2" creationId="{B54315A6-9AC7-4FF9-0102-1FF0BE77E273}"/>
          </ac:spMkLst>
        </pc:spChg>
        <pc:spChg chg="mod">
          <ac:chgData name="Julia Johnson" userId="S::jjoh1175@students.kennesaw.edu::bece193e-bc41-4e93-bd62-ef751322be5f" providerId="AD" clId="Web-{98A2194E-8245-D666-F7CC-FF5808FDCC8F}" dt="2026-04-29T15:17:13.913" v="791" actId="1076"/>
          <ac:spMkLst>
            <pc:docMk/>
            <pc:sldMk cId="2101286299" sldId="284"/>
            <ac:spMk id="13" creationId="{118DC1F1-F2EE-4980-7ECD-E99C2B46A0A2}"/>
          </ac:spMkLst>
        </pc:spChg>
        <pc:spChg chg="mod">
          <ac:chgData name="Julia Johnson" userId="S::jjoh1175@students.kennesaw.edu::bece193e-bc41-4e93-bd62-ef751322be5f" providerId="AD" clId="Web-{98A2194E-8245-D666-F7CC-FF5808FDCC8F}" dt="2026-04-29T15:20:00.692" v="860" actId="1076"/>
          <ac:spMkLst>
            <pc:docMk/>
            <pc:sldMk cId="2101286299" sldId="284"/>
            <ac:spMk id="16" creationId="{35A3D5E2-A9AC-DBD7-E16E-09BE7975E3B9}"/>
          </ac:spMkLst>
        </pc:spChg>
        <pc:picChg chg="add mod ord">
          <ac:chgData name="Julia Johnson" userId="S::jjoh1175@students.kennesaw.edu::bece193e-bc41-4e93-bd62-ef751322be5f" providerId="AD" clId="Web-{98A2194E-8245-D666-F7CC-FF5808FDCC8F}" dt="2026-04-29T15:20:19.661" v="862" actId="1076"/>
          <ac:picMkLst>
            <pc:docMk/>
            <pc:sldMk cId="2101286299" sldId="284"/>
            <ac:picMk id="3" creationId="{AB0C7DC5-B532-1406-DDBD-DCD59BF980AC}"/>
          </ac:picMkLst>
        </pc:picChg>
      </pc:sldChg>
      <pc:sldChg chg="addSp delSp modSp">
        <pc:chgData name="Julia Johnson" userId="S::jjoh1175@students.kennesaw.edu::bece193e-bc41-4e93-bd62-ef751322be5f" providerId="AD" clId="Web-{98A2194E-8245-D666-F7CC-FF5808FDCC8F}" dt="2026-04-29T15:33:02.435" v="915" actId="1076"/>
        <pc:sldMkLst>
          <pc:docMk/>
          <pc:sldMk cId="186503923" sldId="285"/>
        </pc:sldMkLst>
        <pc:spChg chg="mod">
          <ac:chgData name="Julia Johnson" userId="S::jjoh1175@students.kennesaw.edu::bece193e-bc41-4e93-bd62-ef751322be5f" providerId="AD" clId="Web-{98A2194E-8245-D666-F7CC-FF5808FDCC8F}" dt="2026-04-29T15:32:44.186" v="910" actId="1076"/>
          <ac:spMkLst>
            <pc:docMk/>
            <pc:sldMk cId="186503923" sldId="285"/>
            <ac:spMk id="2" creationId="{8E3C0FDE-8AE8-4B38-C401-3D3697FD9552}"/>
          </ac:spMkLst>
        </pc:spChg>
        <pc:spChg chg="mod">
          <ac:chgData name="Julia Johnson" userId="S::jjoh1175@students.kennesaw.edu::bece193e-bc41-4e93-bd62-ef751322be5f" providerId="AD" clId="Web-{98A2194E-8245-D666-F7CC-FF5808FDCC8F}" dt="2026-04-29T15:21:24.659" v="876" actId="1076"/>
          <ac:spMkLst>
            <pc:docMk/>
            <pc:sldMk cId="186503923" sldId="285"/>
            <ac:spMk id="13" creationId="{D030A9A6-9103-E410-5866-0F7AB69D027D}"/>
          </ac:spMkLst>
        </pc:spChg>
        <pc:spChg chg="mod">
          <ac:chgData name="Julia Johnson" userId="S::jjoh1175@students.kennesaw.edu::bece193e-bc41-4e93-bd62-ef751322be5f" providerId="AD" clId="Web-{98A2194E-8245-D666-F7CC-FF5808FDCC8F}" dt="2026-04-29T15:21:24.675" v="877" actId="1076"/>
          <ac:spMkLst>
            <pc:docMk/>
            <pc:sldMk cId="186503923" sldId="285"/>
            <ac:spMk id="16" creationId="{FC4C02A2-D09B-9159-541C-BC8CE4ACEC82}"/>
          </ac:spMkLst>
        </pc:spChg>
        <pc:picChg chg="add mod">
          <ac:chgData name="Julia Johnson" userId="S::jjoh1175@students.kennesaw.edu::bece193e-bc41-4e93-bd62-ef751322be5f" providerId="AD" clId="Web-{98A2194E-8245-D666-F7CC-FF5808FDCC8F}" dt="2026-04-29T15:33:02.435" v="915" actId="1076"/>
          <ac:picMkLst>
            <pc:docMk/>
            <pc:sldMk cId="186503923" sldId="285"/>
            <ac:picMk id="4" creationId="{C8160E80-19E4-B8BA-EEC5-50A919C4A448}"/>
          </ac:picMkLst>
        </pc:picChg>
      </pc:sldChg>
      <pc:sldChg chg="modSp">
        <pc:chgData name="Julia Johnson" userId="S::jjoh1175@students.kennesaw.edu::bece193e-bc41-4e93-bd62-ef751322be5f" providerId="AD" clId="Web-{98A2194E-8245-D666-F7CC-FF5808FDCC8F}" dt="2026-04-29T15:21:41.815" v="879" actId="20577"/>
        <pc:sldMkLst>
          <pc:docMk/>
          <pc:sldMk cId="2535871228" sldId="286"/>
        </pc:sldMkLst>
        <pc:spChg chg="mod">
          <ac:chgData name="Julia Johnson" userId="S::jjoh1175@students.kennesaw.edu::bece193e-bc41-4e93-bd62-ef751322be5f" providerId="AD" clId="Web-{98A2194E-8245-D666-F7CC-FF5808FDCC8F}" dt="2026-04-29T15:21:41.815" v="879" actId="20577"/>
          <ac:spMkLst>
            <pc:docMk/>
            <pc:sldMk cId="2535871228" sldId="286"/>
            <ac:spMk id="2" creationId="{7B080965-6167-3FFF-B762-F0A0CE773649}"/>
          </ac:spMkLst>
        </pc:spChg>
      </pc:sldChg>
      <pc:sldChg chg="modSp">
        <pc:chgData name="Julia Johnson" userId="S::jjoh1175@students.kennesaw.edu::bece193e-bc41-4e93-bd62-ef751322be5f" providerId="AD" clId="Web-{98A2194E-8245-D666-F7CC-FF5808FDCC8F}" dt="2026-04-29T15:21:00.285" v="869" actId="1076"/>
        <pc:sldMkLst>
          <pc:docMk/>
          <pc:sldMk cId="3265264536" sldId="287"/>
        </pc:sldMkLst>
        <pc:spChg chg="mod">
          <ac:chgData name="Julia Johnson" userId="S::jjoh1175@students.kennesaw.edu::bece193e-bc41-4e93-bd62-ef751322be5f" providerId="AD" clId="Web-{98A2194E-8245-D666-F7CC-FF5808FDCC8F}" dt="2026-04-29T15:21:00.285" v="869" actId="1076"/>
          <ac:spMkLst>
            <pc:docMk/>
            <pc:sldMk cId="3265264536" sldId="287"/>
            <ac:spMk id="2" creationId="{71B94886-FE72-D640-B4B8-56B70913DAC9}"/>
          </ac:spMkLst>
        </pc:spChg>
      </pc:sldChg>
      <pc:sldChg chg="modSp">
        <pc:chgData name="Julia Johnson" userId="S::jjoh1175@students.kennesaw.edu::bece193e-bc41-4e93-bd62-ef751322be5f" providerId="AD" clId="Web-{98A2194E-8245-D666-F7CC-FF5808FDCC8F}" dt="2026-04-29T15:21:50.252" v="880" actId="1076"/>
        <pc:sldMkLst>
          <pc:docMk/>
          <pc:sldMk cId="1492820635" sldId="289"/>
        </pc:sldMkLst>
        <pc:spChg chg="mod">
          <ac:chgData name="Julia Johnson" userId="S::jjoh1175@students.kennesaw.edu::bece193e-bc41-4e93-bd62-ef751322be5f" providerId="AD" clId="Web-{98A2194E-8245-D666-F7CC-FF5808FDCC8F}" dt="2026-04-29T15:21:50.252" v="880" actId="1076"/>
          <ac:spMkLst>
            <pc:docMk/>
            <pc:sldMk cId="1492820635" sldId="289"/>
            <ac:spMk id="2" creationId="{70E678D2-613B-A214-7850-4A92AA74E042}"/>
          </ac:spMkLst>
        </pc:spChg>
        <pc:spChg chg="mod">
          <ac:chgData name="Julia Johnson" userId="S::jjoh1175@students.kennesaw.edu::bece193e-bc41-4e93-bd62-ef751322be5f" providerId="AD" clId="Web-{98A2194E-8245-D666-F7CC-FF5808FDCC8F}" dt="2026-04-29T15:20:47.754" v="865" actId="1076"/>
          <ac:spMkLst>
            <pc:docMk/>
            <pc:sldMk cId="1492820635" sldId="289"/>
            <ac:spMk id="3" creationId="{3855EFF9-AC17-3AB3-32CE-7D029B374E5C}"/>
          </ac:spMkLst>
        </pc:spChg>
        <pc:spChg chg="mod">
          <ac:chgData name="Julia Johnson" userId="S::jjoh1175@students.kennesaw.edu::bece193e-bc41-4e93-bd62-ef751322be5f" providerId="AD" clId="Web-{98A2194E-8245-D666-F7CC-FF5808FDCC8F}" dt="2026-04-29T15:20:47.754" v="864" actId="1076"/>
          <ac:spMkLst>
            <pc:docMk/>
            <pc:sldMk cId="1492820635" sldId="289"/>
            <ac:spMk id="4" creationId="{A6AD5088-D913-B34A-A454-0B59B188D6C9}"/>
          </ac:spMkLst>
        </pc:spChg>
        <pc:picChg chg="mod">
          <ac:chgData name="Julia Johnson" userId="S::jjoh1175@students.kennesaw.edu::bece193e-bc41-4e93-bd62-ef751322be5f" providerId="AD" clId="Web-{98A2194E-8245-D666-F7CC-FF5808FDCC8F}" dt="2026-04-29T15:20:47.769" v="866" actId="1076"/>
          <ac:picMkLst>
            <pc:docMk/>
            <pc:sldMk cId="1492820635" sldId="289"/>
            <ac:picMk id="5" creationId="{B3F9D92E-92B6-EBF4-DA6A-B0715A089C44}"/>
          </ac:picMkLst>
        </pc:picChg>
        <pc:picChg chg="mod">
          <ac:chgData name="Julia Johnson" userId="S::jjoh1175@students.kennesaw.edu::bece193e-bc41-4e93-bd62-ef751322be5f" providerId="AD" clId="Web-{98A2194E-8245-D666-F7CC-FF5808FDCC8F}" dt="2026-04-29T15:20:47.800" v="867" actId="1076"/>
          <ac:picMkLst>
            <pc:docMk/>
            <pc:sldMk cId="1492820635" sldId="289"/>
            <ac:picMk id="7" creationId="{FF9EB769-5452-666A-64C2-1466BF19D001}"/>
          </ac:picMkLst>
        </pc:picChg>
      </pc:sldChg>
      <pc:sldChg chg="addSp delSp modSp">
        <pc:chgData name="Julia Johnson" userId="S::jjoh1175@students.kennesaw.edu::bece193e-bc41-4e93-bd62-ef751322be5f" providerId="AD" clId="Web-{98A2194E-8245-D666-F7CC-FF5808FDCC8F}" dt="2026-04-29T15:22:01.424" v="882" actId="1076"/>
        <pc:sldMkLst>
          <pc:docMk/>
          <pc:sldMk cId="3480248813" sldId="291"/>
        </pc:sldMkLst>
        <pc:spChg chg="mod">
          <ac:chgData name="Julia Johnson" userId="S::jjoh1175@students.kennesaw.edu::bece193e-bc41-4e93-bd62-ef751322be5f" providerId="AD" clId="Web-{98A2194E-8245-D666-F7CC-FF5808FDCC8F}" dt="2026-04-29T15:22:01.424" v="882" actId="1076"/>
          <ac:spMkLst>
            <pc:docMk/>
            <pc:sldMk cId="3480248813" sldId="291"/>
            <ac:spMk id="2" creationId="{3E9810D2-E17E-6DF6-9BA5-91F84391DD3D}"/>
          </ac:spMkLst>
        </pc:spChg>
        <pc:spChg chg="add">
          <ac:chgData name="Julia Johnson" userId="S::jjoh1175@students.kennesaw.edu::bece193e-bc41-4e93-bd62-ef751322be5f" providerId="AD" clId="Web-{98A2194E-8245-D666-F7CC-FF5808FDCC8F}" dt="2026-04-29T13:27:56.530" v="5"/>
          <ac:spMkLst>
            <pc:docMk/>
            <pc:sldMk cId="3480248813" sldId="291"/>
            <ac:spMk id="4" creationId="{FEE32EC0-C01A-FFF0-B943-16B36A576EB7}"/>
          </ac:spMkLst>
        </pc:spChg>
        <pc:spChg chg="add mod">
          <ac:chgData name="Julia Johnson" userId="S::jjoh1175@students.kennesaw.edu::bece193e-bc41-4e93-bd62-ef751322be5f" providerId="AD" clId="Web-{98A2194E-8245-D666-F7CC-FF5808FDCC8F}" dt="2026-04-29T13:31:46.859" v="71" actId="1076"/>
          <ac:spMkLst>
            <pc:docMk/>
            <pc:sldMk cId="3480248813" sldId="291"/>
            <ac:spMk id="15" creationId="{81543D4D-113A-8F0E-494C-F1D54BA9AB31}"/>
          </ac:spMkLst>
        </pc:spChg>
        <pc:spChg chg="add mod">
          <ac:chgData name="Julia Johnson" userId="S::jjoh1175@students.kennesaw.edu::bece193e-bc41-4e93-bd62-ef751322be5f" providerId="AD" clId="Web-{98A2194E-8245-D666-F7CC-FF5808FDCC8F}" dt="2026-04-29T13:31:50.390" v="72" actId="1076"/>
          <ac:spMkLst>
            <pc:docMk/>
            <pc:sldMk cId="3480248813" sldId="291"/>
            <ac:spMk id="16" creationId="{5E3D0F73-EDC2-C0DF-CE06-8B8696A08311}"/>
          </ac:spMkLst>
        </pc:spChg>
        <pc:picChg chg="mod">
          <ac:chgData name="Julia Johnson" userId="S::jjoh1175@students.kennesaw.edu::bece193e-bc41-4e93-bd62-ef751322be5f" providerId="AD" clId="Web-{98A2194E-8245-D666-F7CC-FF5808FDCC8F}" dt="2026-04-29T13:31:40.781" v="70" actId="1076"/>
          <ac:picMkLst>
            <pc:docMk/>
            <pc:sldMk cId="3480248813" sldId="291"/>
            <ac:picMk id="6" creationId="{5B36A515-7A47-5E1D-F156-93D73EF1C137}"/>
          </ac:picMkLst>
        </pc:picChg>
        <pc:picChg chg="add mod">
          <ac:chgData name="Julia Johnson" userId="S::jjoh1175@students.kennesaw.edu::bece193e-bc41-4e93-bd62-ef751322be5f" providerId="AD" clId="Web-{98A2194E-8245-D666-F7CC-FF5808FDCC8F}" dt="2026-04-29T13:31:34.140" v="68" actId="1076"/>
          <ac:picMkLst>
            <pc:docMk/>
            <pc:sldMk cId="3480248813" sldId="291"/>
            <ac:picMk id="7" creationId="{1655390D-CEE3-C99C-39C4-6D244126BBA8}"/>
          </ac:picMkLst>
        </pc:picChg>
        <pc:picChg chg="add mod modCrop">
          <ac:chgData name="Julia Johnson" userId="S::jjoh1175@students.kennesaw.edu::bece193e-bc41-4e93-bd62-ef751322be5f" providerId="AD" clId="Web-{98A2194E-8245-D666-F7CC-FF5808FDCC8F}" dt="2026-04-29T13:31:36.937" v="69" actId="1076"/>
          <ac:picMkLst>
            <pc:docMk/>
            <pc:sldMk cId="3480248813" sldId="291"/>
            <ac:picMk id="14" creationId="{4DD7D76D-7DFD-2A84-4CE3-C49B3374E869}"/>
          </ac:picMkLst>
        </pc:picChg>
      </pc:sldChg>
      <pc:sldChg chg="addSp delSp modSp mod modClrScheme chgLayout">
        <pc:chgData name="Julia Johnson" userId="S::jjoh1175@students.kennesaw.edu::bece193e-bc41-4e93-bd62-ef751322be5f" providerId="AD" clId="Web-{98A2194E-8245-D666-F7CC-FF5808FDCC8F}" dt="2026-04-29T15:18:13.007" v="803" actId="1076"/>
        <pc:sldMkLst>
          <pc:docMk/>
          <pc:sldMk cId="3907223169" sldId="292"/>
        </pc:sldMkLst>
        <pc:spChg chg="mod ord">
          <ac:chgData name="Julia Johnson" userId="S::jjoh1175@students.kennesaw.edu::bece193e-bc41-4e93-bd62-ef751322be5f" providerId="AD" clId="Web-{98A2194E-8245-D666-F7CC-FF5808FDCC8F}" dt="2026-04-29T15:18:06.116" v="800" actId="14100"/>
          <ac:spMkLst>
            <pc:docMk/>
            <pc:sldMk cId="3907223169" sldId="292"/>
            <ac:spMk id="2" creationId="{79A20024-888C-14EB-8F44-FDB18BA58879}"/>
          </ac:spMkLst>
        </pc:spChg>
        <pc:picChg chg="add mod modCrop">
          <ac:chgData name="Julia Johnson" userId="S::jjoh1175@students.kennesaw.edu::bece193e-bc41-4e93-bd62-ef751322be5f" providerId="AD" clId="Web-{98A2194E-8245-D666-F7CC-FF5808FDCC8F}" dt="2026-04-29T15:18:13.007" v="803" actId="1076"/>
          <ac:picMkLst>
            <pc:docMk/>
            <pc:sldMk cId="3907223169" sldId="292"/>
            <ac:picMk id="3" creationId="{589E7ED9-D871-286B-CE4C-39C0B05BAE44}"/>
          </ac:picMkLst>
        </pc:picChg>
      </pc:sldChg>
      <pc:sldChg chg="addSp delSp modSp mod modClrScheme chgLayout">
        <pc:chgData name="Julia Johnson" userId="S::jjoh1175@students.kennesaw.edu::bece193e-bc41-4e93-bd62-ef751322be5f" providerId="AD" clId="Web-{98A2194E-8245-D666-F7CC-FF5808FDCC8F}" dt="2026-04-29T15:18:50.288" v="817" actId="1076"/>
        <pc:sldMkLst>
          <pc:docMk/>
          <pc:sldMk cId="673848923" sldId="293"/>
        </pc:sldMkLst>
        <pc:spChg chg="mod ord">
          <ac:chgData name="Julia Johnson" userId="S::jjoh1175@students.kennesaw.edu::bece193e-bc41-4e93-bd62-ef751322be5f" providerId="AD" clId="Web-{98A2194E-8245-D666-F7CC-FF5808FDCC8F}" dt="2026-04-29T15:18:26.772" v="807" actId="14100"/>
          <ac:spMkLst>
            <pc:docMk/>
            <pc:sldMk cId="673848923" sldId="293"/>
            <ac:spMk id="2" creationId="{68324ACF-6F7C-0A38-18EF-DA80AB4258BE}"/>
          </ac:spMkLst>
        </pc:spChg>
        <pc:spChg chg="add mod">
          <ac:chgData name="Julia Johnson" userId="S::jjoh1175@students.kennesaw.edu::bece193e-bc41-4e93-bd62-ef751322be5f" providerId="AD" clId="Web-{98A2194E-8245-D666-F7CC-FF5808FDCC8F}" dt="2026-04-29T15:18:32.882" v="808" actId="1076"/>
          <ac:spMkLst>
            <pc:docMk/>
            <pc:sldMk cId="673848923" sldId="293"/>
            <ac:spMk id="6" creationId="{FC7B41BE-F634-FA46-8989-C97ACCBAEF84}"/>
          </ac:spMkLst>
        </pc:spChg>
        <pc:spChg chg="add mod">
          <ac:chgData name="Julia Johnson" userId="S::jjoh1175@students.kennesaw.edu::bece193e-bc41-4e93-bd62-ef751322be5f" providerId="AD" clId="Web-{98A2194E-8245-D666-F7CC-FF5808FDCC8F}" dt="2026-04-29T15:18:50.288" v="817" actId="1076"/>
          <ac:spMkLst>
            <pc:docMk/>
            <pc:sldMk cId="673848923" sldId="293"/>
            <ac:spMk id="8" creationId="{AB9B21FA-9B62-4433-F508-D53691AC8A1A}"/>
          </ac:spMkLst>
        </pc:spChg>
        <pc:graphicFrameChg chg="add mod modGraphic">
          <ac:chgData name="Julia Johnson" userId="S::jjoh1175@students.kennesaw.edu::bece193e-bc41-4e93-bd62-ef751322be5f" providerId="AD" clId="Web-{98A2194E-8245-D666-F7CC-FF5808FDCC8F}" dt="2026-04-29T15:18:45.772" v="816" actId="1076"/>
          <ac:graphicFrameMkLst>
            <pc:docMk/>
            <pc:sldMk cId="673848923" sldId="293"/>
            <ac:graphicFrameMk id="11" creationId="{35D70174-CF80-1898-487B-E249DE0766B5}"/>
          </ac:graphicFrameMkLst>
        </pc:graphicFrameChg>
        <pc:picChg chg="add mod modCrop">
          <ac:chgData name="Julia Johnson" userId="S::jjoh1175@students.kennesaw.edu::bece193e-bc41-4e93-bd62-ef751322be5f" providerId="AD" clId="Web-{98A2194E-8245-D666-F7CC-FF5808FDCC8F}" dt="2026-04-29T15:18:35.866" v="814" actId="14100"/>
          <ac:picMkLst>
            <pc:docMk/>
            <pc:sldMk cId="673848923" sldId="293"/>
            <ac:picMk id="14" creationId="{103E17D4-B6AA-615B-77B7-F4DB0089344C}"/>
          </ac:picMkLst>
        </pc:picChg>
      </pc:sldChg>
      <pc:sldChg chg="modSp">
        <pc:chgData name="Julia Johnson" userId="S::jjoh1175@students.kennesaw.edu::bece193e-bc41-4e93-bd62-ef751322be5f" providerId="AD" clId="Web-{98A2194E-8245-D666-F7CC-FF5808FDCC8F}" dt="2026-04-29T15:22:20.330" v="885" actId="1076"/>
        <pc:sldMkLst>
          <pc:docMk/>
          <pc:sldMk cId="1723939986" sldId="294"/>
        </pc:sldMkLst>
        <pc:spChg chg="mod">
          <ac:chgData name="Julia Johnson" userId="S::jjoh1175@students.kennesaw.edu::bece193e-bc41-4e93-bd62-ef751322be5f" providerId="AD" clId="Web-{98A2194E-8245-D666-F7CC-FF5808FDCC8F}" dt="2026-04-29T15:22:20.330" v="885" actId="1076"/>
          <ac:spMkLst>
            <pc:docMk/>
            <pc:sldMk cId="1723939986" sldId="294"/>
            <ac:spMk id="2" creationId="{CB0C063A-C5E9-24D1-2567-BCDBF5FBE161}"/>
          </ac:spMkLst>
        </pc:spChg>
        <pc:spChg chg="mod">
          <ac:chgData name="Julia Johnson" userId="S::jjoh1175@students.kennesaw.edu::bece193e-bc41-4e93-bd62-ef751322be5f" providerId="AD" clId="Web-{98A2194E-8245-D666-F7CC-FF5808FDCC8F}" dt="2026-04-29T13:38:11.892" v="148" actId="1076"/>
          <ac:spMkLst>
            <pc:docMk/>
            <pc:sldMk cId="1723939986" sldId="294"/>
            <ac:spMk id="4" creationId="{41EE6D15-48AD-31E4-E643-08517326B47F}"/>
          </ac:spMkLst>
        </pc:spChg>
        <pc:picChg chg="mod">
          <ac:chgData name="Julia Johnson" userId="S::jjoh1175@students.kennesaw.edu::bece193e-bc41-4e93-bd62-ef751322be5f" providerId="AD" clId="Web-{98A2194E-8245-D666-F7CC-FF5808FDCC8F}" dt="2026-04-29T13:38:17.986" v="149" actId="1076"/>
          <ac:picMkLst>
            <pc:docMk/>
            <pc:sldMk cId="1723939986" sldId="294"/>
            <ac:picMk id="5" creationId="{B69D7609-475F-BE81-FFB6-B2BE8FED39C3}"/>
          </ac:picMkLst>
        </pc:picChg>
        <pc:picChg chg="mod">
          <ac:chgData name="Julia Johnson" userId="S::jjoh1175@students.kennesaw.edu::bece193e-bc41-4e93-bd62-ef751322be5f" providerId="AD" clId="Web-{98A2194E-8245-D666-F7CC-FF5808FDCC8F}" dt="2026-04-29T13:38:04.392" v="146" actId="1076"/>
          <ac:picMkLst>
            <pc:docMk/>
            <pc:sldMk cId="1723939986" sldId="294"/>
            <ac:picMk id="8" creationId="{87287E5E-D11A-01F4-58E7-552A6B75EF7C}"/>
          </ac:picMkLst>
        </pc:picChg>
      </pc:sldChg>
      <pc:sldChg chg="addSp delSp modSp mod modClrScheme chgLayout">
        <pc:chgData name="Julia Johnson" userId="S::jjoh1175@students.kennesaw.edu::bece193e-bc41-4e93-bd62-ef751322be5f" providerId="AD" clId="Web-{98A2194E-8245-D666-F7CC-FF5808FDCC8F}" dt="2026-04-29T13:36:00.563" v="109"/>
        <pc:sldMkLst>
          <pc:docMk/>
          <pc:sldMk cId="2147956334" sldId="295"/>
        </pc:sldMkLst>
        <pc:spChg chg="mod ord">
          <ac:chgData name="Julia Johnson" userId="S::jjoh1175@students.kennesaw.edu::bece193e-bc41-4e93-bd62-ef751322be5f" providerId="AD" clId="Web-{98A2194E-8245-D666-F7CC-FF5808FDCC8F}" dt="2026-04-29T13:33:48.828" v="94" actId="20577"/>
          <ac:spMkLst>
            <pc:docMk/>
            <pc:sldMk cId="2147956334" sldId="295"/>
            <ac:spMk id="2" creationId="{A2BD177B-EF25-BAB9-9D53-BF49ABEADDB5}"/>
          </ac:spMkLst>
        </pc:spChg>
        <pc:picChg chg="add mod ord modCrop">
          <ac:chgData name="Julia Johnson" userId="S::jjoh1175@students.kennesaw.edu::bece193e-bc41-4e93-bd62-ef751322be5f" providerId="AD" clId="Web-{98A2194E-8245-D666-F7CC-FF5808FDCC8F}" dt="2026-04-29T13:36:00.563" v="109"/>
          <ac:picMkLst>
            <pc:docMk/>
            <pc:sldMk cId="2147956334" sldId="295"/>
            <ac:picMk id="5" creationId="{11980021-ADB8-5825-D18D-D34F69ADA48C}"/>
          </ac:picMkLst>
        </pc:picChg>
      </pc:sldChg>
      <pc:sldChg chg="addSp delSp modSp mod modClrScheme chgLayout">
        <pc:chgData name="Julia Johnson" userId="S::jjoh1175@students.kennesaw.edu::bece193e-bc41-4e93-bd62-ef751322be5f" providerId="AD" clId="Web-{98A2194E-8245-D666-F7CC-FF5808FDCC8F}" dt="2026-04-29T15:39:27.370" v="1033" actId="20577"/>
        <pc:sldMkLst>
          <pc:docMk/>
          <pc:sldMk cId="1343231391" sldId="296"/>
        </pc:sldMkLst>
        <pc:spChg chg="mod ord">
          <ac:chgData name="Julia Johnson" userId="S::jjoh1175@students.kennesaw.edu::bece193e-bc41-4e93-bd62-ef751322be5f" providerId="AD" clId="Web-{98A2194E-8245-D666-F7CC-FF5808FDCC8F}" dt="2026-04-29T15:22:27.814" v="886" actId="20577"/>
          <ac:spMkLst>
            <pc:docMk/>
            <pc:sldMk cId="1343231391" sldId="296"/>
            <ac:spMk id="2" creationId="{E34B2818-E3A7-0472-8D3E-B02923C159B3}"/>
          </ac:spMkLst>
        </pc:spChg>
        <pc:spChg chg="mod ord">
          <ac:chgData name="Julia Johnson" userId="S::jjoh1175@students.kennesaw.edu::bece193e-bc41-4e93-bd62-ef751322be5f" providerId="AD" clId="Web-{98A2194E-8245-D666-F7CC-FF5808FDCC8F}" dt="2026-04-29T15:22:45.017" v="892" actId="1076"/>
          <ac:spMkLst>
            <pc:docMk/>
            <pc:sldMk cId="1343231391" sldId="296"/>
            <ac:spMk id="3" creationId="{C6FC6587-2954-788C-36F5-B9903D85B98D}"/>
          </ac:spMkLst>
        </pc:spChg>
        <pc:spChg chg="mod ord">
          <ac:chgData name="Julia Johnson" userId="S::jjoh1175@students.kennesaw.edu::bece193e-bc41-4e93-bd62-ef751322be5f" providerId="AD" clId="Web-{98A2194E-8245-D666-F7CC-FF5808FDCC8F}" dt="2026-04-29T15:39:27.370" v="1033" actId="20577"/>
          <ac:spMkLst>
            <pc:docMk/>
            <pc:sldMk cId="1343231391" sldId="296"/>
            <ac:spMk id="6" creationId="{F22EFA45-03AA-C8B7-5E4A-4171855D230C}"/>
          </ac:spMkLst>
        </pc:spChg>
        <pc:picChg chg="add mod ord">
          <ac:chgData name="Julia Johnson" userId="S::jjoh1175@students.kennesaw.edu::bece193e-bc41-4e93-bd62-ef751322be5f" providerId="AD" clId="Web-{98A2194E-8245-D666-F7CC-FF5808FDCC8F}" dt="2026-04-29T15:34:44.232" v="931"/>
          <ac:picMkLst>
            <pc:docMk/>
            <pc:sldMk cId="1343231391" sldId="296"/>
            <ac:picMk id="7" creationId="{163F7EAA-5E64-5517-EFEE-B9F57C107236}"/>
          </ac:picMkLst>
        </pc:picChg>
      </pc:sldChg>
      <pc:sldChg chg="modSp">
        <pc:chgData name="Julia Johnson" userId="S::jjoh1175@students.kennesaw.edu::bece193e-bc41-4e93-bd62-ef751322be5f" providerId="AD" clId="Web-{98A2194E-8245-D666-F7CC-FF5808FDCC8F}" dt="2026-04-29T15:21:55.315" v="881" actId="1076"/>
        <pc:sldMkLst>
          <pc:docMk/>
          <pc:sldMk cId="3890825330" sldId="297"/>
        </pc:sldMkLst>
        <pc:spChg chg="mod">
          <ac:chgData name="Julia Johnson" userId="S::jjoh1175@students.kennesaw.edu::bece193e-bc41-4e93-bd62-ef751322be5f" providerId="AD" clId="Web-{98A2194E-8245-D666-F7CC-FF5808FDCC8F}" dt="2026-04-29T15:21:55.315" v="881" actId="1076"/>
          <ac:spMkLst>
            <pc:docMk/>
            <pc:sldMk cId="3890825330" sldId="297"/>
            <ac:spMk id="2" creationId="{63987477-BA91-23FA-28A1-183BC26244FE}"/>
          </ac:spMkLst>
        </pc:spChg>
        <pc:spChg chg="mod">
          <ac:chgData name="Julia Johnson" userId="S::jjoh1175@students.kennesaw.edu::bece193e-bc41-4e93-bd62-ef751322be5f" providerId="AD" clId="Web-{98A2194E-8245-D666-F7CC-FF5808FDCC8F}" dt="2026-04-29T14:15:59.552" v="532" actId="1076"/>
          <ac:spMkLst>
            <pc:docMk/>
            <pc:sldMk cId="3890825330" sldId="297"/>
            <ac:spMk id="3" creationId="{A26D8509-7850-6B2C-DF7F-918F79D5C6EB}"/>
          </ac:spMkLst>
        </pc:spChg>
        <pc:spChg chg="mod">
          <ac:chgData name="Julia Johnson" userId="S::jjoh1175@students.kennesaw.edu::bece193e-bc41-4e93-bd62-ef751322be5f" providerId="AD" clId="Web-{98A2194E-8245-D666-F7CC-FF5808FDCC8F}" dt="2026-04-29T14:16:03.614" v="534" actId="1076"/>
          <ac:spMkLst>
            <pc:docMk/>
            <pc:sldMk cId="3890825330" sldId="297"/>
            <ac:spMk id="4" creationId="{1EEB0C7B-9C9A-4831-4B6E-CB8E6C7136FF}"/>
          </ac:spMkLst>
        </pc:spChg>
        <pc:picChg chg="mod">
          <ac:chgData name="Julia Johnson" userId="S::jjoh1175@students.kennesaw.edu::bece193e-bc41-4e93-bd62-ef751322be5f" providerId="AD" clId="Web-{98A2194E-8245-D666-F7CC-FF5808FDCC8F}" dt="2026-04-29T14:16:01.505" v="533" actId="1076"/>
          <ac:picMkLst>
            <pc:docMk/>
            <pc:sldMk cId="3890825330" sldId="297"/>
            <ac:picMk id="5" creationId="{F76D986B-6D94-D29A-A1F2-87D5E98FDE35}"/>
          </ac:picMkLst>
        </pc:picChg>
        <pc:picChg chg="mod">
          <ac:chgData name="Julia Johnson" userId="S::jjoh1175@students.kennesaw.edu::bece193e-bc41-4e93-bd62-ef751322be5f" providerId="AD" clId="Web-{98A2194E-8245-D666-F7CC-FF5808FDCC8F}" dt="2026-04-29T14:15:57.802" v="531" actId="1076"/>
          <ac:picMkLst>
            <pc:docMk/>
            <pc:sldMk cId="3890825330" sldId="297"/>
            <ac:picMk id="6" creationId="{A5DDBACF-F3F0-9B82-07EB-BF63C2683888}"/>
          </ac:picMkLst>
        </pc:picChg>
      </pc:sldChg>
    </pc:docChg>
  </pc:docChgLst>
  <pc:docChgLst>
    <pc:chgData name="Giancarlos Hernandez Mendez" userId="S::gherna39@students.kennesaw.edu::6d1c9635-3454-48f9-b0f8-dbffbdbcbd51" providerId="AD" clId="Web-{CF9EE3E4-1AD5-CA5D-1B53-4273AF93B8F2}"/>
    <pc:docChg chg="modSld">
      <pc:chgData name="Giancarlos Hernandez Mendez" userId="S::gherna39@students.kennesaw.edu::6d1c9635-3454-48f9-b0f8-dbffbdbcbd51" providerId="AD" clId="Web-{CF9EE3E4-1AD5-CA5D-1B53-4273AF93B8F2}" dt="2026-04-29T04:42:11.902" v="4" actId="1076"/>
      <pc:docMkLst>
        <pc:docMk/>
      </pc:docMkLst>
      <pc:sldChg chg="addSp modSp">
        <pc:chgData name="Giancarlos Hernandez Mendez" userId="S::gherna39@students.kennesaw.edu::6d1c9635-3454-48f9-b0f8-dbffbdbcbd51" providerId="AD" clId="Web-{CF9EE3E4-1AD5-CA5D-1B53-4273AF93B8F2}" dt="2026-04-29T04:42:11.902" v="4" actId="1076"/>
        <pc:sldMkLst>
          <pc:docMk/>
          <pc:sldMk cId="1723939986" sldId="294"/>
        </pc:sldMkLst>
        <pc:picChg chg="add mod">
          <ac:chgData name="Giancarlos Hernandez Mendez" userId="S::gherna39@students.kennesaw.edu::6d1c9635-3454-48f9-b0f8-dbffbdbcbd51" providerId="AD" clId="Web-{CF9EE3E4-1AD5-CA5D-1B53-4273AF93B8F2}" dt="2026-04-29T04:42:11.902" v="4" actId="1076"/>
          <ac:picMkLst>
            <pc:docMk/>
            <pc:sldMk cId="1723939986" sldId="294"/>
            <ac:picMk id="5" creationId="{B69D7609-475F-BE81-FFB6-B2BE8FED39C3}"/>
          </ac:picMkLst>
        </pc:picChg>
      </pc:sldChg>
    </pc:docChg>
  </pc:docChgLst>
  <pc:docChgLst>
    <pc:chgData name="Julia Johnson" userId="S::jjoh1175@students.kennesaw.edu::bece193e-bc41-4e93-bd62-ef751322be5f" providerId="AD" clId="Web-{474F48C9-9A9C-6E60-E300-9C96569A96F2}"/>
    <pc:docChg chg="modSld">
      <pc:chgData name="Julia Johnson" userId="S::jjoh1175@students.kennesaw.edu::bece193e-bc41-4e93-bd62-ef751322be5f" providerId="AD" clId="Web-{474F48C9-9A9C-6E60-E300-9C96569A96F2}" dt="2026-04-29T15:43:28.937" v="69" actId="20577"/>
      <pc:docMkLst>
        <pc:docMk/>
      </pc:docMkLst>
      <pc:sldChg chg="modSp">
        <pc:chgData name="Julia Johnson" userId="S::jjoh1175@students.kennesaw.edu::bece193e-bc41-4e93-bd62-ef751322be5f" providerId="AD" clId="Web-{474F48C9-9A9C-6E60-E300-9C96569A96F2}" dt="2026-04-29T15:43:28.937" v="69" actId="20577"/>
        <pc:sldMkLst>
          <pc:docMk/>
          <pc:sldMk cId="2101286299" sldId="284"/>
        </pc:sldMkLst>
        <pc:spChg chg="mod">
          <ac:chgData name="Julia Johnson" userId="S::jjoh1175@students.kennesaw.edu::bece193e-bc41-4e93-bd62-ef751322be5f" providerId="AD" clId="Web-{474F48C9-9A9C-6E60-E300-9C96569A96F2}" dt="2026-04-29T15:43:28.937" v="69" actId="20577"/>
          <ac:spMkLst>
            <pc:docMk/>
            <pc:sldMk cId="2101286299" sldId="284"/>
            <ac:spMk id="13" creationId="{118DC1F1-F2EE-4980-7ECD-E99C2B46A0A2}"/>
          </ac:spMkLst>
        </pc:spChg>
      </pc:sldChg>
      <pc:sldChg chg="modSp">
        <pc:chgData name="Julia Johnson" userId="S::jjoh1175@students.kennesaw.edu::bece193e-bc41-4e93-bd62-ef751322be5f" providerId="AD" clId="Web-{474F48C9-9A9C-6E60-E300-9C96569A96F2}" dt="2026-04-29T15:42:52.469" v="66" actId="20577"/>
        <pc:sldMkLst>
          <pc:docMk/>
          <pc:sldMk cId="1343231391" sldId="296"/>
        </pc:sldMkLst>
        <pc:spChg chg="mod">
          <ac:chgData name="Julia Johnson" userId="S::jjoh1175@students.kennesaw.edu::bece193e-bc41-4e93-bd62-ef751322be5f" providerId="AD" clId="Web-{474F48C9-9A9C-6E60-E300-9C96569A96F2}" dt="2026-04-29T15:42:52.469" v="66" actId="20577"/>
          <ac:spMkLst>
            <pc:docMk/>
            <pc:sldMk cId="1343231391" sldId="296"/>
            <ac:spMk id="3" creationId="{C6FC6587-2954-788C-36F5-B9903D85B98D}"/>
          </ac:spMkLst>
        </pc:spChg>
        <pc:spChg chg="mod">
          <ac:chgData name="Julia Johnson" userId="S::jjoh1175@students.kennesaw.edu::bece193e-bc41-4e93-bd62-ef751322be5f" providerId="AD" clId="Web-{474F48C9-9A9C-6E60-E300-9C96569A96F2}" dt="2026-04-29T15:41:48.969" v="27" actId="20577"/>
          <ac:spMkLst>
            <pc:docMk/>
            <pc:sldMk cId="1343231391" sldId="296"/>
            <ac:spMk id="6" creationId="{F22EFA45-03AA-C8B7-5E4A-4171855D230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32FDC9-C8FA-4DAC-AC5A-2F4F1E6CBE1D}" type="datetimeFigureOut">
              <a:t>5/7/2026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7F4D7B-D682-42B9-88C5-0CEAA7A063DD}" type="slidenum">
              <a:t>‹#›</a:t>
            </a:fld>
            <a:endParaRPr lang="en-US"/>
          </a:p>
        </p:txBody>
      </p:sp>
    </p:spTree>
    <p:extLst>
      <p:ext uri="{BB962C8B-B14F-4D97-AF65-F5344CB8AC3E}">
        <p14:creationId xmlns:p14="http://schemas.microsoft.com/office/powerpoint/2010/main" val="622254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7F4D7B-D682-42B9-88C5-0CEAA7A063DD}" type="slidenum">
              <a:rPr lang="en-US" smtClean="0"/>
              <a:t>8</a:t>
            </a:fld>
            <a:endParaRPr lang="en-US"/>
          </a:p>
        </p:txBody>
      </p:sp>
    </p:spTree>
    <p:extLst>
      <p:ext uri="{BB962C8B-B14F-4D97-AF65-F5344CB8AC3E}">
        <p14:creationId xmlns:p14="http://schemas.microsoft.com/office/powerpoint/2010/main" val="22040013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7F4D7B-D682-42B9-88C5-0CEAA7A063DD}" type="slidenum">
              <a:rPr lang="en-US" smtClean="0"/>
              <a:t>9</a:t>
            </a:fld>
            <a:endParaRPr lang="en-US"/>
          </a:p>
        </p:txBody>
      </p:sp>
    </p:spTree>
    <p:extLst>
      <p:ext uri="{BB962C8B-B14F-4D97-AF65-F5344CB8AC3E}">
        <p14:creationId xmlns:p14="http://schemas.microsoft.com/office/powerpoint/2010/main" val="26717748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figure shows the steps for training our model and generating 1 gesture prediction.</a:t>
            </a:r>
          </a:p>
          <a:p>
            <a:endParaRPr lang="en-US"/>
          </a:p>
          <a:p>
            <a:r>
              <a:rPr lang="en-US"/>
              <a:t>First, 8 channels of EMG data are gathered from the EMG armband. We then pull the data from the filtered channels, trim the 2 seconds of rest from each end of the active gesture signal, and map each gesture to a lab (Ex. Gesture 3 -&gt; Middle Pinch). </a:t>
            </a:r>
            <a:br>
              <a:rPr lang="en-US"/>
            </a:br>
            <a:br>
              <a:rPr lang="en-US"/>
            </a:br>
            <a:r>
              <a:rPr lang="en-US"/>
              <a:t>Then, we segment the signals into windows, with 125 samples/ window and a sample step of 62. This breaks the long streams of data into smaller, more manageable pieces for training. </a:t>
            </a:r>
          </a:p>
          <a:p>
            <a:endParaRPr lang="en-US"/>
          </a:p>
          <a:p>
            <a:r>
              <a:rPr lang="en-US"/>
              <a:t>To build the model, we first split the data into 80% training and 20% testing. Because we lacked volunteers to gather data from, we also augment the data to give the illusion of more samples. To augment the data, we add </a:t>
            </a:r>
            <a:r>
              <a:rPr lang="en-US" err="1"/>
              <a:t>gausian</a:t>
            </a:r>
            <a:r>
              <a:rPr lang="en-US"/>
              <a:t> noise and random scaling to mimic different signal strengths. Because some gestures are stronger than others, we also tune the prediction algorithm to better predict weaker gestures. We use </a:t>
            </a:r>
            <a:r>
              <a:rPr lang="en-US" sz="1200" b="0" i="0" kern="1200">
                <a:solidFill>
                  <a:schemeClr val="tx1"/>
                </a:solidFill>
                <a:effectLst/>
                <a:latin typeface="+mn-lt"/>
                <a:ea typeface="+mn-ea"/>
                <a:cs typeface="+mn-cs"/>
              </a:rPr>
              <a:t>Exponential Moving Average (EMA) to help average prediction weights, probability temperature to control </a:t>
            </a:r>
            <a:r>
              <a:rPr lang="en-US" sz="1200" b="0" i="0" kern="1200" err="1">
                <a:solidFill>
                  <a:schemeClr val="tx1"/>
                </a:solidFill>
                <a:effectLst/>
                <a:latin typeface="+mn-lt"/>
                <a:ea typeface="+mn-ea"/>
                <a:cs typeface="+mn-cs"/>
              </a:rPr>
              <a:t>control</a:t>
            </a:r>
            <a:r>
              <a:rPr lang="en-US" sz="1200" b="0" i="0" kern="1200">
                <a:solidFill>
                  <a:schemeClr val="tx1"/>
                </a:solidFill>
                <a:effectLst/>
                <a:latin typeface="+mn-lt"/>
                <a:ea typeface="+mn-ea"/>
                <a:cs typeface="+mn-cs"/>
              </a:rPr>
              <a:t> prediction sensitivity, and custom thresholds to boost weak predictions and weaken strong ones that are over-predicted. </a:t>
            </a:r>
            <a:br>
              <a:rPr lang="en-US" sz="1200" b="0" i="0" kern="1200">
                <a:solidFill>
                  <a:schemeClr val="tx1"/>
                </a:solidFill>
                <a:effectLst/>
                <a:latin typeface="+mn-lt"/>
                <a:ea typeface="+mn-ea"/>
                <a:cs typeface="+mn-cs"/>
              </a:rPr>
            </a:b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Lastly, we build a 3 layer 1D-CNN model with the shown attributes. The model is trained over 250 epochs.</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Once the model has trained, we can make a prediction on passed in gestures. To make each prediction, a raw probability score is generated first. Then, the model moves to voting. It applies </a:t>
            </a:r>
            <a:r>
              <a:rPr lang="en-US" sz="1200" b="0" i="0" kern="1200" err="1">
                <a:solidFill>
                  <a:schemeClr val="tx1"/>
                </a:solidFill>
                <a:effectLst/>
                <a:latin typeface="+mn-lt"/>
                <a:ea typeface="+mn-ea"/>
                <a:cs typeface="+mn-cs"/>
              </a:rPr>
              <a:t>Softmax</a:t>
            </a:r>
            <a:r>
              <a:rPr lang="en-US" sz="1200" b="0" i="0" kern="1200">
                <a:solidFill>
                  <a:schemeClr val="tx1"/>
                </a:solidFill>
                <a:effectLst/>
                <a:latin typeface="+mn-lt"/>
                <a:ea typeface="+mn-ea"/>
                <a:cs typeface="+mn-cs"/>
              </a:rPr>
              <a:t> Temperature Sharpening to increase prediction confidence, update EMA probabilities, and determine the prediction based on whether or not certain custom thresholds are met. </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Final, the final gesture prediction is made based on overall EMA stability. </a:t>
            </a:r>
            <a:endParaRPr lang="en-US"/>
          </a:p>
        </p:txBody>
      </p:sp>
      <p:sp>
        <p:nvSpPr>
          <p:cNvPr id="4" name="Slide Number Placeholder 3"/>
          <p:cNvSpPr>
            <a:spLocks noGrp="1"/>
          </p:cNvSpPr>
          <p:nvPr>
            <p:ph type="sldNum" sz="quarter" idx="5"/>
          </p:nvPr>
        </p:nvSpPr>
        <p:spPr/>
        <p:txBody>
          <a:bodyPr/>
          <a:lstStyle/>
          <a:p>
            <a:fld id="{EF7F4D7B-D682-42B9-88C5-0CEAA7A063DD}" type="slidenum">
              <a:rPr lang="en-US" smtClean="0"/>
              <a:t>10</a:t>
            </a:fld>
            <a:endParaRPr lang="en-US"/>
          </a:p>
        </p:txBody>
      </p:sp>
    </p:spTree>
    <p:extLst>
      <p:ext uri="{BB962C8B-B14F-4D97-AF65-F5344CB8AC3E}">
        <p14:creationId xmlns:p14="http://schemas.microsoft.com/office/powerpoint/2010/main" val="30083819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results shown are based on new, unseen data taken from a different day/ time from the data the model was trained on. As you can see, the model does a good job of differentiating between each gesture. The most common confusions are with Middle Pinch (Confused with Rest), Pinky Pinch (Weaker so confused with Rest) and Thumb-Out (confused with Surfs Up because similar). </a:t>
            </a:r>
            <a:br>
              <a:rPr lang="en-US"/>
            </a:br>
            <a:br>
              <a:rPr lang="en-US"/>
            </a:br>
            <a:r>
              <a:rPr lang="en-US"/>
              <a:t>The lowest performing gesture is the Middle Pinch, which is ~82% accurate. The highest performing gesture is Knock, which is 98.69% accurate. Overall, the system is ~93% accurate, which met our goal of at least 90% accuracy.</a:t>
            </a:r>
          </a:p>
        </p:txBody>
      </p:sp>
      <p:sp>
        <p:nvSpPr>
          <p:cNvPr id="4" name="Slide Number Placeholder 3"/>
          <p:cNvSpPr>
            <a:spLocks noGrp="1"/>
          </p:cNvSpPr>
          <p:nvPr>
            <p:ph type="sldNum" sz="quarter" idx="5"/>
          </p:nvPr>
        </p:nvSpPr>
        <p:spPr/>
        <p:txBody>
          <a:bodyPr/>
          <a:lstStyle/>
          <a:p>
            <a:fld id="{EF7F4D7B-D682-42B9-88C5-0CEAA7A063DD}" type="slidenum">
              <a:rPr lang="en-US" smtClean="0"/>
              <a:t>11</a:t>
            </a:fld>
            <a:endParaRPr lang="en-US"/>
          </a:p>
        </p:txBody>
      </p:sp>
    </p:spTree>
    <p:extLst>
      <p:ext uri="{BB962C8B-B14F-4D97-AF65-F5344CB8AC3E}">
        <p14:creationId xmlns:p14="http://schemas.microsoft.com/office/powerpoint/2010/main" val="3182010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5/7/2026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590887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5/7/2026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040177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5/7/2026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8058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5/7/2026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9173545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5/7/2026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253041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5/7/2026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760283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5/7/2026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4013332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5/7/2026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8808253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5/7/2026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3071881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5/7/2026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415493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5/7/2026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4261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5/7/2026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445030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13.png"/><Relationship Id="rId5" Type="http://schemas.openxmlformats.org/officeDocument/2006/relationships/image" Target="../media/image14.png"/><Relationship Id="rId4"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13.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97BB98C6-B9A4-4038-1AAD-88AB83B92D85}"/>
              </a:ext>
            </a:extLst>
          </p:cNvPr>
          <p:cNvPicPr>
            <a:picLocks noChangeAspect="1"/>
          </p:cNvPicPr>
          <p:nvPr/>
        </p:nvPicPr>
        <p:blipFill>
          <a:blip r:embed="rId2"/>
          <a:srcRect l="9092" t="36066" r="-7" b="-7"/>
          <a:stretch>
            <a:fillRect/>
          </a:stretch>
        </p:blipFill>
        <p:spPr>
          <a:xfrm>
            <a:off x="20" y="10"/>
            <a:ext cx="12191979" cy="6857990"/>
          </a:xfrm>
          <a:prstGeom prst="rect">
            <a:avLst/>
          </a:prstGeom>
        </p:spPr>
      </p:pic>
      <p:sp>
        <p:nvSpPr>
          <p:cNvPr id="11" name="Rectangle 10">
            <a:extLst>
              <a:ext uri="{FF2B5EF4-FFF2-40B4-BE49-F238E27FC236}">
                <a16:creationId xmlns:a16="http://schemas.microsoft.com/office/drawing/2014/main" id="{122AB34F-E75C-451A-8410-05B6C249E9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648484"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638061" y="914400"/>
            <a:ext cx="4892948" cy="3427867"/>
          </a:xfrm>
        </p:spPr>
        <p:txBody>
          <a:bodyPr anchor="t">
            <a:normAutofit/>
          </a:bodyPr>
          <a:lstStyle/>
          <a:p>
            <a:pPr algn="r"/>
            <a:r>
              <a:rPr lang="en-US" err="1">
                <a:solidFill>
                  <a:srgbClr val="FFFFFF"/>
                </a:solidFill>
              </a:rPr>
              <a:t>FlexType</a:t>
            </a:r>
            <a:r>
              <a:rPr lang="en-US">
                <a:solidFill>
                  <a:srgbClr val="FFFFFF"/>
                </a:solidFill>
              </a:rPr>
              <a:t> EMG Keyboard</a:t>
            </a:r>
          </a:p>
        </p:txBody>
      </p:sp>
      <p:sp>
        <p:nvSpPr>
          <p:cNvPr id="3" name="Subtitle 2"/>
          <p:cNvSpPr>
            <a:spLocks noGrp="1"/>
          </p:cNvSpPr>
          <p:nvPr>
            <p:ph type="subTitle" idx="1"/>
          </p:nvPr>
        </p:nvSpPr>
        <p:spPr>
          <a:xfrm>
            <a:off x="5543700" y="5201390"/>
            <a:ext cx="5987308" cy="1484516"/>
          </a:xfrm>
        </p:spPr>
        <p:txBody>
          <a:bodyPr anchor="t">
            <a:normAutofit fontScale="85000" lnSpcReduction="20000"/>
          </a:bodyPr>
          <a:lstStyle/>
          <a:p>
            <a:pPr algn="r"/>
            <a:r>
              <a:rPr lang="en-US">
                <a:solidFill>
                  <a:srgbClr val="FFFFFF"/>
                </a:solidFill>
              </a:rPr>
              <a:t>Julia Johnson </a:t>
            </a:r>
            <a:endParaRPr lang="en-US"/>
          </a:p>
          <a:p>
            <a:pPr algn="r"/>
            <a:r>
              <a:rPr lang="en-US">
                <a:solidFill>
                  <a:srgbClr val="FFFFFF"/>
                </a:solidFill>
              </a:rPr>
              <a:t>Giancarlos Hernandez Mendoza</a:t>
            </a:r>
          </a:p>
          <a:p>
            <a:pPr algn="r"/>
            <a:r>
              <a:rPr lang="en-US">
                <a:solidFill>
                  <a:srgbClr val="FFFFFF"/>
                </a:solidFill>
              </a:rPr>
              <a:t>Jalen Tottress </a:t>
            </a:r>
          </a:p>
          <a:p>
            <a:pPr algn="r"/>
            <a:r>
              <a:rPr lang="en-US">
                <a:solidFill>
                  <a:srgbClr val="FFFFFF"/>
                </a:solidFill>
              </a:rPr>
              <a:t>Kejon IverY</a:t>
            </a:r>
            <a:endParaRPr lang="en-US"/>
          </a:p>
        </p:txBody>
      </p:sp>
      <p:cxnSp>
        <p:nvCxnSpPr>
          <p:cNvPr id="13" name="Straight Connector 12">
            <a:extLst>
              <a:ext uri="{FF2B5EF4-FFF2-40B4-BE49-F238E27FC236}">
                <a16:creationId xmlns:a16="http://schemas.microsoft.com/office/drawing/2014/main" id="{97CC2FE6-3AD0-4131-B4BC-1F4D65E25E1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438375" y="4861206"/>
            <a:ext cx="978862"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Subtitle 2">
            <a:extLst>
              <a:ext uri="{FF2B5EF4-FFF2-40B4-BE49-F238E27FC236}">
                <a16:creationId xmlns:a16="http://schemas.microsoft.com/office/drawing/2014/main" id="{8DA3BE89-3127-6768-4912-D82DA69A317E}"/>
              </a:ext>
            </a:extLst>
          </p:cNvPr>
          <p:cNvSpPr txBox="1">
            <a:spLocks/>
          </p:cNvSpPr>
          <p:nvPr/>
        </p:nvSpPr>
        <p:spPr>
          <a:xfrm>
            <a:off x="7517151" y="4333485"/>
            <a:ext cx="3895037" cy="554618"/>
          </a:xfrm>
          <a:prstGeom prst="rect">
            <a:avLst/>
          </a:prstGeom>
        </p:spPr>
        <p:txBody>
          <a:bodyPr vert="horz" lIns="91440" tIns="45720" rIns="91440" bIns="45720" rtlCol="0" anchor="t">
            <a:normAutofit/>
          </a:bodyPr>
          <a:lstStyle>
            <a:lvl1pPr marL="0" indent="0" algn="l" defTabSz="914400" rtl="0" eaLnBrk="1" latinLnBrk="0" hangingPunct="1">
              <a:lnSpc>
                <a:spcPct val="130000"/>
              </a:lnSpc>
              <a:spcBef>
                <a:spcPts val="1000"/>
              </a:spcBef>
              <a:buSzPct val="87000"/>
              <a:buFont typeface="Arial" panose="020B0604020202020204" pitchFamily="34" charset="0"/>
              <a:buNone/>
              <a:defRPr sz="1800" b="1" kern="1200" cap="all" spc="300" baseline="0">
                <a:solidFill>
                  <a:schemeClr val="tx1"/>
                </a:solidFill>
                <a:latin typeface="+mn-lt"/>
                <a:ea typeface="+mn-ea"/>
                <a:cs typeface="+mn-cs"/>
              </a:defRPr>
            </a:lvl1pPr>
            <a:lvl2pPr marL="457200" indent="0" algn="ctr" defTabSz="914400" rtl="0" eaLnBrk="1" latinLnBrk="0" hangingPunct="1">
              <a:lnSpc>
                <a:spcPct val="120000"/>
              </a:lnSpc>
              <a:spcBef>
                <a:spcPts val="500"/>
              </a:spcBef>
              <a:buSzPct val="87000"/>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500"/>
              </a:spcBef>
              <a:buSzPct val="87000"/>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500"/>
              </a:spcBef>
              <a:buSzPct val="87000"/>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500"/>
              </a:spcBef>
              <a:buSzPct val="87000"/>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t>Half-Byte Solutions</a:t>
            </a:r>
          </a:p>
        </p:txBody>
      </p: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AC793-7B52-E57D-0A4B-E32F63FFDF6A}"/>
            </a:ext>
          </a:extLst>
        </p:cNvPr>
        <p:cNvGrpSpPr/>
        <p:nvPr/>
      </p:nvGrpSpPr>
      <p:grpSpPr>
        <a:xfrm>
          <a:off x="0" y="0"/>
          <a:ext cx="0" cy="0"/>
          <a:chOff x="0" y="0"/>
          <a:chExt cx="0" cy="0"/>
        </a:xfrm>
      </p:grpSpPr>
      <p:pic>
        <p:nvPicPr>
          <p:cNvPr id="3" name="Picture 2" descr="Typing Icon SVG Vector &amp; PNG Free ...">
            <a:extLst>
              <a:ext uri="{FF2B5EF4-FFF2-40B4-BE49-F238E27FC236}">
                <a16:creationId xmlns:a16="http://schemas.microsoft.com/office/drawing/2014/main" id="{E2010097-257E-BF9C-E41D-166C8C2183A9}"/>
              </a:ext>
            </a:extLst>
          </p:cNvPr>
          <p:cNvPicPr>
            <a:picLocks noChangeAspect="1"/>
          </p:cNvPicPr>
          <p:nvPr/>
        </p:nvPicPr>
        <p:blipFill>
          <a:blip r:embed="rId2">
            <a:alphaModFix amt="16000"/>
          </a:blip>
          <a:stretch>
            <a:fillRect/>
          </a:stretch>
        </p:blipFill>
        <p:spPr>
          <a:xfrm>
            <a:off x="2178884" y="983094"/>
            <a:ext cx="7369282" cy="5808797"/>
          </a:xfrm>
          <a:prstGeom prst="rect">
            <a:avLst/>
          </a:prstGeom>
        </p:spPr>
      </p:pic>
      <p:sp>
        <p:nvSpPr>
          <p:cNvPr id="2" name="Title 1">
            <a:extLst>
              <a:ext uri="{FF2B5EF4-FFF2-40B4-BE49-F238E27FC236}">
                <a16:creationId xmlns:a16="http://schemas.microsoft.com/office/drawing/2014/main" id="{FDC8D1EC-2ECE-E02C-9D81-6CB60CB1BD47}"/>
              </a:ext>
            </a:extLst>
          </p:cNvPr>
          <p:cNvSpPr>
            <a:spLocks noGrp="1"/>
          </p:cNvSpPr>
          <p:nvPr>
            <p:ph type="title" idx="4294967295"/>
          </p:nvPr>
        </p:nvSpPr>
        <p:spPr>
          <a:xfrm>
            <a:off x="2408904" y="313361"/>
            <a:ext cx="6897482" cy="662989"/>
          </a:xfrm>
        </p:spPr>
        <p:txBody>
          <a:bodyPr>
            <a:normAutofit/>
          </a:bodyPr>
          <a:lstStyle/>
          <a:p>
            <a:pPr algn="ctr"/>
            <a:r>
              <a:rPr lang="en-US" sz="3000" u="sng">
                <a:latin typeface="Copperplate Gothic Light"/>
              </a:rPr>
              <a:t>Project Introduction</a:t>
            </a:r>
            <a:endParaRPr lang="en-US" sz="3000" u="sng"/>
          </a:p>
        </p:txBody>
      </p:sp>
      <p:sp>
        <p:nvSpPr>
          <p:cNvPr id="13" name="Content Placeholder 12">
            <a:extLst>
              <a:ext uri="{FF2B5EF4-FFF2-40B4-BE49-F238E27FC236}">
                <a16:creationId xmlns:a16="http://schemas.microsoft.com/office/drawing/2014/main" id="{DBD0B360-1810-4DA1-83D2-84E3FE32F9E6}"/>
              </a:ext>
            </a:extLst>
          </p:cNvPr>
          <p:cNvSpPr>
            <a:spLocks noGrp="1"/>
          </p:cNvSpPr>
          <p:nvPr>
            <p:ph sz="half" idx="4294967295"/>
          </p:nvPr>
        </p:nvSpPr>
        <p:spPr>
          <a:xfrm>
            <a:off x="566203" y="1695360"/>
            <a:ext cx="5211763" cy="3565525"/>
          </a:xfrm>
        </p:spPr>
        <p:txBody>
          <a:bodyPr vert="horz" lIns="91440" tIns="45720" rIns="91440" bIns="45720" rtlCol="0" anchor="t">
            <a:normAutofit/>
          </a:bodyPr>
          <a:lstStyle/>
          <a:p>
            <a:r>
              <a:rPr lang="en-US" sz="1700" b="1">
                <a:latin typeface="Castellar"/>
              </a:rPr>
              <a:t>Problem Statement</a:t>
            </a:r>
          </a:p>
          <a:p>
            <a:pPr marL="493395" lvl="1">
              <a:buFont typeface="Courier New" panose="020B0604020202020204" pitchFamily="34" charset="0"/>
              <a:buChar char="o"/>
            </a:pPr>
            <a:r>
              <a:rPr lang="en-US" sz="1700">
                <a:latin typeface="Times New Roman"/>
                <a:cs typeface="Times New Roman"/>
              </a:rPr>
              <a:t>A lot of people in the digital era uses a cellphone, laptop, or tablet daily to conduct daily activities. Yet for those who may not be able to do the same due to lack of fine muscle movement, there is nothing on the current market for this group of people. With that being said, what if there was a product to bridge the gap between fine motor limitation and digital autonomy.</a:t>
            </a:r>
          </a:p>
          <a:p>
            <a:endParaRPr lang="en-US" b="1"/>
          </a:p>
        </p:txBody>
      </p:sp>
      <p:sp>
        <p:nvSpPr>
          <p:cNvPr id="16" name="Content Placeholder 15">
            <a:extLst>
              <a:ext uri="{FF2B5EF4-FFF2-40B4-BE49-F238E27FC236}">
                <a16:creationId xmlns:a16="http://schemas.microsoft.com/office/drawing/2014/main" id="{07C3B7E2-951C-A20D-04C9-928813518C22}"/>
              </a:ext>
            </a:extLst>
          </p:cNvPr>
          <p:cNvSpPr>
            <a:spLocks noGrp="1"/>
          </p:cNvSpPr>
          <p:nvPr>
            <p:ph sz="half" idx="4294967295"/>
          </p:nvPr>
        </p:nvSpPr>
        <p:spPr>
          <a:xfrm>
            <a:off x="6205207" y="1695360"/>
            <a:ext cx="5213350" cy="3565525"/>
          </a:xfrm>
        </p:spPr>
        <p:txBody>
          <a:bodyPr vert="horz" lIns="91440" tIns="45720" rIns="91440" bIns="45720" rtlCol="0" anchor="t">
            <a:normAutofit/>
          </a:bodyPr>
          <a:lstStyle/>
          <a:p>
            <a:r>
              <a:rPr lang="en-US" sz="1700" b="1">
                <a:latin typeface="Castellar"/>
              </a:rPr>
              <a:t>Our Solution</a:t>
            </a:r>
          </a:p>
          <a:p>
            <a:pPr marL="493395" lvl="1">
              <a:buFont typeface="Courier New" panose="020B0604020202020204" pitchFamily="34" charset="0"/>
              <a:buChar char="o"/>
            </a:pPr>
            <a:r>
              <a:rPr lang="en-US" sz="1700">
                <a:latin typeface="Times New Roman"/>
                <a:cs typeface="Times New Roman"/>
              </a:rPr>
              <a:t>An electromyography keyboard that does not depend on fine motor movements </a:t>
            </a:r>
          </a:p>
          <a:p>
            <a:r>
              <a:rPr lang="en-US" sz="1700" b="1">
                <a:latin typeface="Castellar"/>
              </a:rPr>
              <a:t>Intended Users &amp; Applications</a:t>
            </a:r>
          </a:p>
          <a:p>
            <a:pPr marL="493395" lvl="1">
              <a:buFont typeface="Courier New" panose="020B0604020202020204" pitchFamily="34" charset="0"/>
              <a:buChar char="o"/>
            </a:pPr>
            <a:r>
              <a:rPr lang="en-US" sz="1700">
                <a:latin typeface="Times New Roman"/>
                <a:cs typeface="Times New Roman"/>
              </a:rPr>
              <a:t>Those who have limited fine motor control and want autonomy when engaging with the digital world </a:t>
            </a:r>
          </a:p>
        </p:txBody>
      </p:sp>
    </p:spTree>
    <p:extLst>
      <p:ext uri="{BB962C8B-B14F-4D97-AF65-F5344CB8AC3E}">
        <p14:creationId xmlns:p14="http://schemas.microsoft.com/office/powerpoint/2010/main" val="7607406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23EEB-FDCE-A037-F656-A4ACD5AB9167}"/>
            </a:ext>
          </a:extLst>
        </p:cNvPr>
        <p:cNvGrpSpPr/>
        <p:nvPr/>
      </p:nvGrpSpPr>
      <p:grpSpPr>
        <a:xfrm>
          <a:off x="0" y="0"/>
          <a:ext cx="0" cy="0"/>
          <a:chOff x="0" y="0"/>
          <a:chExt cx="0" cy="0"/>
        </a:xfrm>
      </p:grpSpPr>
      <p:pic>
        <p:nvPicPr>
          <p:cNvPr id="3" name="Picture 2" descr="Market Research Analysis Icon SVG Vector &amp; PNG Free Download | UXWing">
            <a:extLst>
              <a:ext uri="{FF2B5EF4-FFF2-40B4-BE49-F238E27FC236}">
                <a16:creationId xmlns:a16="http://schemas.microsoft.com/office/drawing/2014/main" id="{AB0C7DC5-B532-1406-DDBD-DCD59BF980AC}"/>
              </a:ext>
            </a:extLst>
          </p:cNvPr>
          <p:cNvPicPr>
            <a:picLocks noChangeAspect="1"/>
          </p:cNvPicPr>
          <p:nvPr/>
        </p:nvPicPr>
        <p:blipFill>
          <a:blip r:embed="rId2">
            <a:alphaModFix amt="15000"/>
          </a:blip>
          <a:stretch>
            <a:fillRect/>
          </a:stretch>
        </p:blipFill>
        <p:spPr>
          <a:xfrm>
            <a:off x="3146535" y="873672"/>
            <a:ext cx="5898931" cy="5898931"/>
          </a:xfrm>
          <a:prstGeom prst="rect">
            <a:avLst/>
          </a:prstGeom>
        </p:spPr>
      </p:pic>
      <p:sp>
        <p:nvSpPr>
          <p:cNvPr id="2" name="Title 1">
            <a:extLst>
              <a:ext uri="{FF2B5EF4-FFF2-40B4-BE49-F238E27FC236}">
                <a16:creationId xmlns:a16="http://schemas.microsoft.com/office/drawing/2014/main" id="{B54315A6-9AC7-4FF9-0102-1FF0BE77E273}"/>
              </a:ext>
            </a:extLst>
          </p:cNvPr>
          <p:cNvSpPr>
            <a:spLocks noGrp="1"/>
          </p:cNvSpPr>
          <p:nvPr>
            <p:ph type="title" idx="4294967295"/>
          </p:nvPr>
        </p:nvSpPr>
        <p:spPr>
          <a:xfrm>
            <a:off x="651387" y="282000"/>
            <a:ext cx="10891838" cy="703673"/>
          </a:xfrm>
        </p:spPr>
        <p:txBody>
          <a:bodyPr>
            <a:normAutofit/>
          </a:bodyPr>
          <a:lstStyle/>
          <a:p>
            <a:pPr algn="ctr"/>
            <a:r>
              <a:rPr lang="en-US" sz="3000" u="sng">
                <a:latin typeface="Copperplate Gothic Light"/>
              </a:rPr>
              <a:t>Market Research</a:t>
            </a:r>
          </a:p>
        </p:txBody>
      </p:sp>
      <p:sp>
        <p:nvSpPr>
          <p:cNvPr id="13" name="Content Placeholder 12">
            <a:extLst>
              <a:ext uri="{FF2B5EF4-FFF2-40B4-BE49-F238E27FC236}">
                <a16:creationId xmlns:a16="http://schemas.microsoft.com/office/drawing/2014/main" id="{118DC1F1-F2EE-4980-7ECD-E99C2B46A0A2}"/>
              </a:ext>
            </a:extLst>
          </p:cNvPr>
          <p:cNvSpPr>
            <a:spLocks noGrp="1"/>
          </p:cNvSpPr>
          <p:nvPr>
            <p:ph sz="half" idx="4294967295"/>
          </p:nvPr>
        </p:nvSpPr>
        <p:spPr>
          <a:xfrm>
            <a:off x="651387" y="1203747"/>
            <a:ext cx="5211763" cy="4450676"/>
          </a:xfrm>
        </p:spPr>
        <p:txBody>
          <a:bodyPr vert="horz" lIns="91440" tIns="45720" rIns="91440" bIns="45720" rtlCol="0" anchor="t">
            <a:noAutofit/>
          </a:bodyPr>
          <a:lstStyle/>
          <a:p>
            <a:r>
              <a:rPr lang="en-US" sz="1700" b="1">
                <a:latin typeface="Castellar"/>
              </a:rPr>
              <a:t>Target Users</a:t>
            </a:r>
          </a:p>
          <a:p>
            <a:pPr marL="493395" lvl="1">
              <a:buFont typeface="Courier New" panose="020B0604020202020204" pitchFamily="34" charset="0"/>
              <a:buChar char="o"/>
            </a:pPr>
            <a:r>
              <a:rPr lang="en-US" sz="1700">
                <a:latin typeface="Times New Roman"/>
                <a:cs typeface="Times New Roman"/>
              </a:rPr>
              <a:t>Individuals with limited fine motor control</a:t>
            </a:r>
          </a:p>
          <a:p>
            <a:pPr marL="493395" lvl="1">
              <a:buFont typeface="Courier New" panose="020B0604020202020204" pitchFamily="34" charset="0"/>
              <a:buChar char="o"/>
            </a:pPr>
            <a:r>
              <a:rPr lang="en-US" sz="1700">
                <a:latin typeface="Times New Roman"/>
                <a:cs typeface="Times New Roman"/>
              </a:rPr>
              <a:t>People who have difficulty using standard keyboards</a:t>
            </a:r>
          </a:p>
          <a:p>
            <a:r>
              <a:rPr lang="en-US" sz="1700" b="1">
                <a:latin typeface="Castellar"/>
              </a:rPr>
              <a:t>Existing Solutions</a:t>
            </a:r>
          </a:p>
          <a:p>
            <a:pPr marL="493395" lvl="1">
              <a:buFont typeface="Courier New" panose="020B0604020202020204" pitchFamily="34" charset="0"/>
              <a:buChar char="o"/>
            </a:pPr>
            <a:r>
              <a:rPr lang="en-US" sz="1700">
                <a:latin typeface="Times New Roman"/>
                <a:cs typeface="Times New Roman"/>
              </a:rPr>
              <a:t>Voice-to-text</a:t>
            </a:r>
          </a:p>
          <a:p>
            <a:pPr marL="493395" lvl="1">
              <a:buFont typeface="Courier New" panose="020B0604020202020204" pitchFamily="34" charset="0"/>
              <a:buChar char="o"/>
            </a:pPr>
            <a:r>
              <a:rPr lang="en-US" sz="1700">
                <a:latin typeface="Times New Roman"/>
                <a:ea typeface="Calibri"/>
                <a:cs typeface="Times New Roman"/>
              </a:rPr>
              <a:t>Wearable EMG devices (Meta Wristband)</a:t>
            </a:r>
          </a:p>
          <a:p>
            <a:pPr marL="493395" lvl="1">
              <a:buFont typeface="Courier New" panose="020B0604020202020204" pitchFamily="34" charset="0"/>
              <a:buChar char="o"/>
            </a:pPr>
            <a:r>
              <a:rPr lang="en-US" sz="1700">
                <a:latin typeface="Times New Roman"/>
                <a:ea typeface="Calibri"/>
                <a:cs typeface="Times New Roman"/>
              </a:rPr>
              <a:t>Assistive input devices (Eye Tracking)</a:t>
            </a:r>
          </a:p>
          <a:p>
            <a:r>
              <a:rPr lang="en-US" sz="1700" b="1">
                <a:latin typeface="Castellar"/>
                <a:ea typeface="Calibri"/>
                <a:cs typeface="Times New Roman"/>
              </a:rPr>
              <a:t>Gaps</a:t>
            </a:r>
          </a:p>
          <a:p>
            <a:pPr marL="493395" lvl="1">
              <a:buFont typeface="Courier New" panose="020B0604020202020204" pitchFamily="34" charset="0"/>
              <a:buChar char="o"/>
            </a:pPr>
            <a:r>
              <a:rPr lang="en-US" sz="1700">
                <a:latin typeface="Times New Roman"/>
                <a:ea typeface="Calibri"/>
                <a:cs typeface="Times New Roman"/>
              </a:rPr>
              <a:t>Voice inputs can lack privacy and reliability in noisy environments</a:t>
            </a:r>
          </a:p>
          <a:p>
            <a:pPr marL="493395" lvl="1">
              <a:buFont typeface="Courier New" panose="020B0604020202020204" pitchFamily="34" charset="0"/>
              <a:buChar char="o"/>
            </a:pPr>
            <a:r>
              <a:rPr lang="en-US" sz="1700">
                <a:latin typeface="Times New Roman"/>
                <a:ea typeface="Calibri"/>
                <a:cs typeface="Times New Roman"/>
              </a:rPr>
              <a:t>Existing solutions can have steep learning curve, be expensive, or are too heavy to carry around</a:t>
            </a:r>
          </a:p>
          <a:p>
            <a:pPr marL="493395" lvl="1">
              <a:buFont typeface="Courier New" panose="020B0604020202020204" pitchFamily="34" charset="0"/>
              <a:buChar char="o"/>
            </a:pPr>
            <a:endParaRPr lang="en-US" sz="1700">
              <a:latin typeface="Times New Roman"/>
              <a:ea typeface="Calibri"/>
              <a:cs typeface="Times New Roman"/>
            </a:endParaRPr>
          </a:p>
          <a:p>
            <a:endParaRPr lang="en-US" b="1"/>
          </a:p>
        </p:txBody>
      </p:sp>
      <p:sp>
        <p:nvSpPr>
          <p:cNvPr id="16" name="Content Placeholder 15">
            <a:extLst>
              <a:ext uri="{FF2B5EF4-FFF2-40B4-BE49-F238E27FC236}">
                <a16:creationId xmlns:a16="http://schemas.microsoft.com/office/drawing/2014/main" id="{35A3D5E2-A9AC-DBD7-E16E-09BE7975E3B9}"/>
              </a:ext>
            </a:extLst>
          </p:cNvPr>
          <p:cNvSpPr>
            <a:spLocks noGrp="1"/>
          </p:cNvSpPr>
          <p:nvPr>
            <p:ph sz="half" idx="4294967295"/>
          </p:nvPr>
        </p:nvSpPr>
        <p:spPr>
          <a:xfrm>
            <a:off x="6445504" y="1505497"/>
            <a:ext cx="5221046" cy="4635403"/>
          </a:xfrm>
        </p:spPr>
        <p:txBody>
          <a:bodyPr vert="horz" lIns="91440" tIns="45720" rIns="91440" bIns="45720" rtlCol="0" anchor="t">
            <a:normAutofit/>
          </a:bodyPr>
          <a:lstStyle/>
          <a:p>
            <a:r>
              <a:rPr lang="en-US" sz="1700" b="1">
                <a:latin typeface="Castellar"/>
              </a:rPr>
              <a:t>How We're Different</a:t>
            </a:r>
          </a:p>
          <a:p>
            <a:pPr marL="493395" lvl="1">
              <a:buFont typeface="Courier New" panose="020B0604020202020204" pitchFamily="34" charset="0"/>
              <a:buChar char="o"/>
            </a:pPr>
            <a:r>
              <a:rPr lang="en-US" sz="1700">
                <a:latin typeface="Times New Roman"/>
                <a:cs typeface="Times New Roman"/>
              </a:rPr>
              <a:t>The </a:t>
            </a:r>
            <a:r>
              <a:rPr lang="en-US" sz="1700" err="1">
                <a:latin typeface="Times New Roman"/>
                <a:cs typeface="Times New Roman"/>
              </a:rPr>
              <a:t>FlexType</a:t>
            </a:r>
            <a:r>
              <a:rPr lang="en-US" sz="1700">
                <a:latin typeface="Times New Roman"/>
                <a:cs typeface="Times New Roman"/>
              </a:rPr>
              <a:t> EMG Keyboard utilizes the user's muscle signals via a range of gestures to type words, with the help of a word prediction model</a:t>
            </a:r>
          </a:p>
          <a:p>
            <a:pPr marL="493395" lvl="1">
              <a:buFont typeface="Courier New" panose="020B0604020202020204" pitchFamily="34" charset="0"/>
              <a:buChar char="o"/>
            </a:pPr>
            <a:r>
              <a:rPr lang="en-US" sz="1700">
                <a:latin typeface="Times New Roman"/>
                <a:cs typeface="Times New Roman"/>
              </a:rPr>
              <a:t>Designed with low-effort movements to support our target audience.</a:t>
            </a:r>
          </a:p>
          <a:p>
            <a:pPr marL="493395" lvl="1">
              <a:buFont typeface="Courier New" panose="020B0604020202020204" pitchFamily="34" charset="0"/>
              <a:buChar char="o"/>
            </a:pPr>
            <a:r>
              <a:rPr lang="en-US" sz="1700">
                <a:latin typeface="Times New Roman"/>
                <a:cs typeface="Times New Roman"/>
              </a:rPr>
              <a:t>We are more private and discreet than voice-based systems</a:t>
            </a:r>
          </a:p>
          <a:p>
            <a:pPr marL="493395" lvl="1">
              <a:buFont typeface="Courier New" panose="020B0604020202020204" pitchFamily="34" charset="0"/>
              <a:buChar char="o"/>
            </a:pPr>
            <a:r>
              <a:rPr lang="en-US" sz="1700">
                <a:latin typeface="Times New Roman"/>
                <a:cs typeface="Times New Roman"/>
              </a:rPr>
              <a:t>Cheaper than most existing solutions</a:t>
            </a:r>
          </a:p>
        </p:txBody>
      </p:sp>
    </p:spTree>
    <p:extLst>
      <p:ext uri="{BB962C8B-B14F-4D97-AF65-F5344CB8AC3E}">
        <p14:creationId xmlns:p14="http://schemas.microsoft.com/office/powerpoint/2010/main" val="21012862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3998A-315A-FD4C-8577-C208EB2036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3C0FDE-8AE8-4B38-C401-3D3697FD9552}"/>
              </a:ext>
            </a:extLst>
          </p:cNvPr>
          <p:cNvSpPr>
            <a:spLocks noGrp="1"/>
          </p:cNvSpPr>
          <p:nvPr>
            <p:ph type="title" idx="4294967295"/>
          </p:nvPr>
        </p:nvSpPr>
        <p:spPr>
          <a:xfrm>
            <a:off x="2703872" y="358908"/>
            <a:ext cx="6786869" cy="789705"/>
          </a:xfrm>
        </p:spPr>
        <p:txBody>
          <a:bodyPr>
            <a:normAutofit/>
          </a:bodyPr>
          <a:lstStyle/>
          <a:p>
            <a:pPr algn="ctr"/>
            <a:r>
              <a:rPr lang="en-US" sz="3000" u="sng">
                <a:latin typeface="Copperplate Gothic Light"/>
              </a:rPr>
              <a:t>Product Requirements</a:t>
            </a:r>
          </a:p>
        </p:txBody>
      </p:sp>
      <p:sp>
        <p:nvSpPr>
          <p:cNvPr id="13" name="Content Placeholder 12">
            <a:extLst>
              <a:ext uri="{FF2B5EF4-FFF2-40B4-BE49-F238E27FC236}">
                <a16:creationId xmlns:a16="http://schemas.microsoft.com/office/drawing/2014/main" id="{D030A9A6-9103-E410-5866-0F7AB69D027D}"/>
              </a:ext>
            </a:extLst>
          </p:cNvPr>
          <p:cNvSpPr>
            <a:spLocks noGrp="1"/>
          </p:cNvSpPr>
          <p:nvPr>
            <p:ph sz="half" idx="4294967295"/>
          </p:nvPr>
        </p:nvSpPr>
        <p:spPr>
          <a:xfrm>
            <a:off x="428466" y="1396578"/>
            <a:ext cx="6391633" cy="3504074"/>
          </a:xfrm>
        </p:spPr>
        <p:txBody>
          <a:bodyPr vert="horz" lIns="91440" tIns="45720" rIns="91440" bIns="45720" rtlCol="0" anchor="t">
            <a:normAutofit lnSpcReduction="10000"/>
          </a:bodyPr>
          <a:lstStyle/>
          <a:p>
            <a:r>
              <a:rPr lang="en-US" sz="1700" b="1">
                <a:latin typeface="Castellar"/>
              </a:rPr>
              <a:t>Top Functional Requirements</a:t>
            </a:r>
          </a:p>
          <a:p>
            <a:pPr marL="493395" lvl="1">
              <a:buFont typeface="Courier New" panose="020B0604020202020204" pitchFamily="34" charset="0"/>
              <a:buChar char="o"/>
            </a:pPr>
            <a:r>
              <a:rPr lang="en-US" sz="1700">
                <a:latin typeface="Times New Roman"/>
                <a:cs typeface="Times New Roman"/>
              </a:rPr>
              <a:t>EMG Wristband shall operate in low-power mode when not actively used </a:t>
            </a:r>
          </a:p>
          <a:p>
            <a:pPr marL="493395" lvl="1">
              <a:buFont typeface="Courier New" panose="020B0604020202020204" pitchFamily="34" charset="0"/>
              <a:buChar char="o"/>
            </a:pPr>
            <a:r>
              <a:rPr lang="en-US" sz="1700">
                <a:latin typeface="Times New Roman"/>
                <a:cs typeface="Times New Roman"/>
              </a:rPr>
              <a:t>EMG wristband that converts analog EMG signal to digital</a:t>
            </a:r>
          </a:p>
          <a:p>
            <a:pPr marL="493395" lvl="1">
              <a:buFont typeface="Courier New" panose="020B0604020202020204" pitchFamily="34" charset="0"/>
              <a:buChar char="o"/>
            </a:pPr>
            <a:r>
              <a:rPr lang="en-US" sz="1700">
                <a:latin typeface="Times New Roman"/>
                <a:cs typeface="Times New Roman"/>
              </a:rPr>
              <a:t>Wearable Device that transmits data</a:t>
            </a:r>
          </a:p>
          <a:p>
            <a:r>
              <a:rPr lang="en-US" sz="1700" b="1">
                <a:latin typeface="Castellar"/>
              </a:rPr>
              <a:t>Key Performance Targets</a:t>
            </a:r>
          </a:p>
          <a:p>
            <a:pPr marL="493395" lvl="1">
              <a:buFont typeface="Courier New" panose="020B0604020202020204" pitchFamily="34" charset="0"/>
              <a:buChar char="o"/>
            </a:pPr>
            <a:r>
              <a:rPr lang="en-US" sz="1700">
                <a:latin typeface="Times New Roman"/>
                <a:cs typeface="Times New Roman"/>
              </a:rPr>
              <a:t>Gesture classification of 90% accuracy and above</a:t>
            </a:r>
          </a:p>
          <a:p>
            <a:pPr marL="493395" lvl="1">
              <a:buFont typeface="Courier New" panose="020B0604020202020204" pitchFamily="34" charset="0"/>
              <a:buChar char="o"/>
            </a:pPr>
            <a:r>
              <a:rPr lang="en-US" sz="1700">
                <a:latin typeface="Times New Roman"/>
                <a:cs typeface="Times New Roman"/>
              </a:rPr>
              <a:t>Word Prediction of 90% accuracy and above</a:t>
            </a:r>
          </a:p>
          <a:p>
            <a:pPr marL="493395" lvl="1">
              <a:buFont typeface="Courier New" panose="020B0604020202020204" pitchFamily="34" charset="0"/>
              <a:buChar char="o"/>
            </a:pPr>
            <a:r>
              <a:rPr lang="en-US" sz="1700">
                <a:latin typeface="Times New Roman"/>
                <a:cs typeface="Times New Roman"/>
              </a:rPr>
              <a:t>The EMG Wristband shall "wakeup" within 5 seconds of activation gesture</a:t>
            </a:r>
          </a:p>
          <a:p>
            <a:endParaRPr lang="en-US" b="1"/>
          </a:p>
        </p:txBody>
      </p:sp>
      <p:sp>
        <p:nvSpPr>
          <p:cNvPr id="16" name="Content Placeholder 15">
            <a:extLst>
              <a:ext uri="{FF2B5EF4-FFF2-40B4-BE49-F238E27FC236}">
                <a16:creationId xmlns:a16="http://schemas.microsoft.com/office/drawing/2014/main" id="{FC4C02A2-D09B-9159-541C-BC8CE4ACEC82}"/>
              </a:ext>
            </a:extLst>
          </p:cNvPr>
          <p:cNvSpPr>
            <a:spLocks noGrp="1"/>
          </p:cNvSpPr>
          <p:nvPr>
            <p:ph sz="half" idx="4294967295"/>
          </p:nvPr>
        </p:nvSpPr>
        <p:spPr>
          <a:xfrm>
            <a:off x="6680066" y="1358939"/>
            <a:ext cx="5153819" cy="4660900"/>
          </a:xfrm>
        </p:spPr>
        <p:txBody>
          <a:bodyPr vert="horz" lIns="91440" tIns="45720" rIns="91440" bIns="45720" rtlCol="0" anchor="t">
            <a:normAutofit/>
          </a:bodyPr>
          <a:lstStyle/>
          <a:p>
            <a:r>
              <a:rPr lang="en-US" sz="1700" b="1">
                <a:latin typeface="Castellar"/>
              </a:rPr>
              <a:t>Constraints &amp; </a:t>
            </a:r>
            <a:r>
              <a:rPr lang="en-US" sz="1700" b="1" err="1">
                <a:latin typeface="Castellar"/>
              </a:rPr>
              <a:t>Assump</a:t>
            </a:r>
            <a:r>
              <a:rPr lang="en-US" sz="1700" b="1">
                <a:latin typeface="Castellar"/>
              </a:rPr>
              <a:t>tions</a:t>
            </a:r>
          </a:p>
          <a:p>
            <a:pPr marL="493395" lvl="1">
              <a:buFont typeface="Courier New" panose="020B0604020202020204" pitchFamily="34" charset="0"/>
              <a:buChar char="o"/>
            </a:pPr>
            <a:r>
              <a:rPr lang="en-US" sz="1700">
                <a:latin typeface="Times New Roman"/>
                <a:cs typeface="Times New Roman"/>
              </a:rPr>
              <a:t>An economic constraint would be which EMG sensor to use, we opted to use 2-channel instead of 8 since the cost would be significantly cheaper</a:t>
            </a:r>
          </a:p>
          <a:p>
            <a:pPr marL="493395" lvl="1">
              <a:buFont typeface="Courier New" panose="020B0604020202020204" pitchFamily="34" charset="0"/>
              <a:buChar char="o"/>
            </a:pPr>
            <a:r>
              <a:rPr lang="en-US" sz="1700">
                <a:latin typeface="Times New Roman"/>
                <a:cs typeface="Times New Roman"/>
              </a:rPr>
              <a:t>Gathering EMG data was entirely dependent on the schedule of those who volunteered and the availability of the lab </a:t>
            </a:r>
          </a:p>
          <a:p>
            <a:pPr marL="493395" lvl="1">
              <a:buFont typeface="Courier New" panose="020B0604020202020204" pitchFamily="34" charset="0"/>
              <a:buChar char="o"/>
            </a:pPr>
            <a:r>
              <a:rPr lang="en-US" sz="1700">
                <a:latin typeface="Times New Roman"/>
                <a:cs typeface="Times New Roman"/>
              </a:rPr>
              <a:t>The product needs to be lightweight enough for the target audience to maneuver around and use the wristband as intended </a:t>
            </a:r>
          </a:p>
          <a:p>
            <a:pPr marL="493395" lvl="1">
              <a:buFont typeface="Courier New" panose="020B0604020202020204" pitchFamily="34" charset="0"/>
              <a:buChar char="o"/>
            </a:pPr>
            <a:r>
              <a:rPr lang="en-US" sz="1700">
                <a:latin typeface="Times New Roman"/>
                <a:cs typeface="Times New Roman"/>
              </a:rPr>
              <a:t>The system's temperature operational range shall be </a:t>
            </a:r>
            <a:r>
              <a:rPr lang="en-US" sz="1700">
                <a:highlight>
                  <a:srgbClr val="FFFFFF"/>
                </a:highlight>
                <a:latin typeface="Times New Roman"/>
                <a:cs typeface="Times New Roman"/>
              </a:rPr>
              <a:t>0</a:t>
            </a:r>
            <a:r>
              <a:rPr lang="en-US" sz="1700">
                <a:highlight>
                  <a:srgbClr val="FFFFFF"/>
                </a:highlight>
                <a:latin typeface="Times New Roman"/>
                <a:ea typeface="Cambria"/>
                <a:cs typeface="Times New Roman"/>
              </a:rPr>
              <a:t>°C to 50°C.</a:t>
            </a:r>
          </a:p>
          <a:p>
            <a:pPr marL="493395" lvl="1">
              <a:buFont typeface="Courier New" panose="020B0604020202020204" pitchFamily="34" charset="0"/>
              <a:buChar char="o"/>
            </a:pPr>
            <a:endParaRPr lang="en-US" sz="1700">
              <a:latin typeface="Times New Roman"/>
              <a:cs typeface="Times New Roman"/>
            </a:endParaRPr>
          </a:p>
        </p:txBody>
      </p:sp>
      <p:pic>
        <p:nvPicPr>
          <p:cNvPr id="4" name="Picture 3" descr="Requirement - Free files and folders icons">
            <a:extLst>
              <a:ext uri="{FF2B5EF4-FFF2-40B4-BE49-F238E27FC236}">
                <a16:creationId xmlns:a16="http://schemas.microsoft.com/office/drawing/2014/main" id="{C8160E80-19E4-B8BA-EEC5-50A919C4A448}"/>
              </a:ext>
            </a:extLst>
          </p:cNvPr>
          <p:cNvPicPr>
            <a:picLocks noChangeAspect="1"/>
          </p:cNvPicPr>
          <p:nvPr/>
        </p:nvPicPr>
        <p:blipFill>
          <a:blip r:embed="rId2">
            <a:alphaModFix amt="20000"/>
          </a:blip>
          <a:stretch>
            <a:fillRect/>
          </a:stretch>
        </p:blipFill>
        <p:spPr>
          <a:xfrm>
            <a:off x="2927969" y="931432"/>
            <a:ext cx="6878502" cy="5485915"/>
          </a:xfrm>
          <a:prstGeom prst="rect">
            <a:avLst/>
          </a:prstGeom>
        </p:spPr>
      </p:pic>
    </p:spTree>
    <p:extLst>
      <p:ext uri="{BB962C8B-B14F-4D97-AF65-F5344CB8AC3E}">
        <p14:creationId xmlns:p14="http://schemas.microsoft.com/office/powerpoint/2010/main" val="1865039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1EEE4-A67C-2ADF-8AC4-40A20F97AD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080965-6167-3FFF-B762-F0A0CE773649}"/>
              </a:ext>
            </a:extLst>
          </p:cNvPr>
          <p:cNvSpPr>
            <a:spLocks noGrp="1"/>
          </p:cNvSpPr>
          <p:nvPr>
            <p:ph type="title" idx="4294967295"/>
          </p:nvPr>
        </p:nvSpPr>
        <p:spPr>
          <a:xfrm>
            <a:off x="61452" y="339213"/>
            <a:ext cx="12083999" cy="666802"/>
          </a:xfrm>
        </p:spPr>
        <p:txBody>
          <a:bodyPr>
            <a:normAutofit/>
          </a:bodyPr>
          <a:lstStyle/>
          <a:p>
            <a:pPr algn="ctr"/>
            <a:r>
              <a:rPr lang="en-US" sz="3000" u="sng">
                <a:latin typeface="Copperplate Gothic Light"/>
              </a:rPr>
              <a:t>System Design Overview: Hardware Subsystem</a:t>
            </a:r>
            <a:r>
              <a:rPr lang="en-US" sz="3000">
                <a:latin typeface="Copperplate Gothic Light"/>
              </a:rPr>
              <a:t> </a:t>
            </a:r>
          </a:p>
        </p:txBody>
      </p:sp>
      <p:sp>
        <p:nvSpPr>
          <p:cNvPr id="3" name="Rectangle 2">
            <a:extLst>
              <a:ext uri="{FF2B5EF4-FFF2-40B4-BE49-F238E27FC236}">
                <a16:creationId xmlns:a16="http://schemas.microsoft.com/office/drawing/2014/main" id="{0A7D28EE-5126-95A6-6424-3564E0288055}"/>
              </a:ext>
            </a:extLst>
          </p:cNvPr>
          <p:cNvSpPr/>
          <p:nvPr/>
        </p:nvSpPr>
        <p:spPr>
          <a:xfrm>
            <a:off x="1416242" y="1916545"/>
            <a:ext cx="2807853" cy="405476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9CA093A-A6A1-0072-650A-3F1D3AD2FB6B}"/>
              </a:ext>
            </a:extLst>
          </p:cNvPr>
          <p:cNvSpPr/>
          <p:nvPr/>
        </p:nvSpPr>
        <p:spPr>
          <a:xfrm>
            <a:off x="4795211" y="2516908"/>
            <a:ext cx="2807853" cy="301567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AAD6EF0-33CD-FA56-7F40-71CA8CBC09DF}"/>
              </a:ext>
            </a:extLst>
          </p:cNvPr>
          <p:cNvSpPr/>
          <p:nvPr/>
        </p:nvSpPr>
        <p:spPr>
          <a:xfrm>
            <a:off x="8174180" y="3425150"/>
            <a:ext cx="2807853" cy="119918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5EC2F92-DC89-9DD1-4F54-B7D266464592}"/>
              </a:ext>
            </a:extLst>
          </p:cNvPr>
          <p:cNvSpPr txBox="1"/>
          <p:nvPr/>
        </p:nvSpPr>
        <p:spPr>
          <a:xfrm>
            <a:off x="1454727" y="1454727"/>
            <a:ext cx="2743199"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Electrode Board</a:t>
            </a:r>
          </a:p>
        </p:txBody>
      </p:sp>
      <p:sp>
        <p:nvSpPr>
          <p:cNvPr id="8" name="TextBox 7">
            <a:extLst>
              <a:ext uri="{FF2B5EF4-FFF2-40B4-BE49-F238E27FC236}">
                <a16:creationId xmlns:a16="http://schemas.microsoft.com/office/drawing/2014/main" id="{FDE3222E-055E-D804-5A2E-DC1A3B4759B6}"/>
              </a:ext>
            </a:extLst>
          </p:cNvPr>
          <p:cNvSpPr txBox="1"/>
          <p:nvPr/>
        </p:nvSpPr>
        <p:spPr>
          <a:xfrm>
            <a:off x="4825999" y="2047394"/>
            <a:ext cx="2743199"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Control Board</a:t>
            </a:r>
          </a:p>
        </p:txBody>
      </p:sp>
      <p:sp>
        <p:nvSpPr>
          <p:cNvPr id="10" name="TextBox 9">
            <a:extLst>
              <a:ext uri="{FF2B5EF4-FFF2-40B4-BE49-F238E27FC236}">
                <a16:creationId xmlns:a16="http://schemas.microsoft.com/office/drawing/2014/main" id="{73CF8D8F-61B0-FF3C-56A8-D02CF63B6DB5}"/>
              </a:ext>
            </a:extLst>
          </p:cNvPr>
          <p:cNvSpPr txBox="1"/>
          <p:nvPr/>
        </p:nvSpPr>
        <p:spPr>
          <a:xfrm>
            <a:off x="8204969" y="2971030"/>
            <a:ext cx="2743199"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Raspberry Pi</a:t>
            </a:r>
          </a:p>
        </p:txBody>
      </p:sp>
      <p:sp>
        <p:nvSpPr>
          <p:cNvPr id="11" name="Rectangle 10">
            <a:extLst>
              <a:ext uri="{FF2B5EF4-FFF2-40B4-BE49-F238E27FC236}">
                <a16:creationId xmlns:a16="http://schemas.microsoft.com/office/drawing/2014/main" id="{37147207-A892-B789-474C-7BBA02D8408F}"/>
              </a:ext>
            </a:extLst>
          </p:cNvPr>
          <p:cNvSpPr/>
          <p:nvPr/>
        </p:nvSpPr>
        <p:spPr>
          <a:xfrm>
            <a:off x="1654847" y="2301393"/>
            <a:ext cx="2338339" cy="66809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CC7F771-09D0-7926-156B-22458D39FE14}"/>
              </a:ext>
            </a:extLst>
          </p:cNvPr>
          <p:cNvSpPr/>
          <p:nvPr/>
        </p:nvSpPr>
        <p:spPr>
          <a:xfrm>
            <a:off x="1654847" y="3609877"/>
            <a:ext cx="2338339" cy="66809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79062AF-8AE9-7C0F-40FA-0FF77010F350}"/>
              </a:ext>
            </a:extLst>
          </p:cNvPr>
          <p:cNvSpPr/>
          <p:nvPr/>
        </p:nvSpPr>
        <p:spPr>
          <a:xfrm>
            <a:off x="1654846" y="4864483"/>
            <a:ext cx="2338339" cy="66809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A344285-4821-185B-9C72-5F4468B9A3FA}"/>
              </a:ext>
            </a:extLst>
          </p:cNvPr>
          <p:cNvSpPr/>
          <p:nvPr/>
        </p:nvSpPr>
        <p:spPr>
          <a:xfrm>
            <a:off x="5026119" y="3155756"/>
            <a:ext cx="2338339" cy="66809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5AD6455-80D1-E4C4-0A70-B8053A173AAB}"/>
              </a:ext>
            </a:extLst>
          </p:cNvPr>
          <p:cNvSpPr/>
          <p:nvPr/>
        </p:nvSpPr>
        <p:spPr>
          <a:xfrm>
            <a:off x="5026119" y="4418059"/>
            <a:ext cx="2338339" cy="66809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322BC46-0E2C-3518-ABAD-101E6F29725C}"/>
              </a:ext>
            </a:extLst>
          </p:cNvPr>
          <p:cNvSpPr/>
          <p:nvPr/>
        </p:nvSpPr>
        <p:spPr>
          <a:xfrm>
            <a:off x="8405089" y="3532908"/>
            <a:ext cx="2338339" cy="41409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772397C-D261-F3A6-B649-41392BB5275F}"/>
              </a:ext>
            </a:extLst>
          </p:cNvPr>
          <p:cNvSpPr/>
          <p:nvPr/>
        </p:nvSpPr>
        <p:spPr>
          <a:xfrm>
            <a:off x="8405089" y="4102483"/>
            <a:ext cx="2338339" cy="41409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929E9CD4-3007-D740-6C39-85F9BFC046A9}"/>
              </a:ext>
            </a:extLst>
          </p:cNvPr>
          <p:cNvSpPr txBox="1"/>
          <p:nvPr/>
        </p:nvSpPr>
        <p:spPr>
          <a:xfrm>
            <a:off x="1701030" y="2324484"/>
            <a:ext cx="224289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Screw-type Electrodes</a:t>
            </a:r>
          </a:p>
        </p:txBody>
      </p:sp>
      <p:sp>
        <p:nvSpPr>
          <p:cNvPr id="19" name="TextBox 18">
            <a:extLst>
              <a:ext uri="{FF2B5EF4-FFF2-40B4-BE49-F238E27FC236}">
                <a16:creationId xmlns:a16="http://schemas.microsoft.com/office/drawing/2014/main" id="{0561CAF8-E3AA-2A7F-EF10-734E8AB53F27}"/>
              </a:ext>
            </a:extLst>
          </p:cNvPr>
          <p:cNvSpPr txBox="1"/>
          <p:nvPr/>
        </p:nvSpPr>
        <p:spPr>
          <a:xfrm>
            <a:off x="1485515" y="3656060"/>
            <a:ext cx="274319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INA333</a:t>
            </a:r>
            <a:br>
              <a:rPr lang="en-US"/>
            </a:br>
            <a:r>
              <a:rPr lang="en-US" sz="1400"/>
              <a:t>Instrumentation amp</a:t>
            </a:r>
          </a:p>
        </p:txBody>
      </p:sp>
      <p:sp>
        <p:nvSpPr>
          <p:cNvPr id="20" name="TextBox 19">
            <a:extLst>
              <a:ext uri="{FF2B5EF4-FFF2-40B4-BE49-F238E27FC236}">
                <a16:creationId xmlns:a16="http://schemas.microsoft.com/office/drawing/2014/main" id="{71B75019-2281-82F0-4DA3-BEA161BE2912}"/>
              </a:ext>
            </a:extLst>
          </p:cNvPr>
          <p:cNvSpPr txBox="1"/>
          <p:nvPr/>
        </p:nvSpPr>
        <p:spPr>
          <a:xfrm>
            <a:off x="1454727" y="4902969"/>
            <a:ext cx="274319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OPA2320</a:t>
            </a:r>
            <a:br>
              <a:rPr lang="en-US"/>
            </a:br>
            <a:r>
              <a:rPr lang="en-US" sz="1400"/>
              <a:t>Signal conditioning</a:t>
            </a:r>
          </a:p>
        </p:txBody>
      </p:sp>
      <p:sp>
        <p:nvSpPr>
          <p:cNvPr id="21" name="TextBox 20">
            <a:extLst>
              <a:ext uri="{FF2B5EF4-FFF2-40B4-BE49-F238E27FC236}">
                <a16:creationId xmlns:a16="http://schemas.microsoft.com/office/drawing/2014/main" id="{0DD5B84A-2151-B898-9674-B95003FCF1F6}"/>
              </a:ext>
            </a:extLst>
          </p:cNvPr>
          <p:cNvSpPr txBox="1"/>
          <p:nvPr/>
        </p:nvSpPr>
        <p:spPr>
          <a:xfrm>
            <a:off x="4864484" y="3309695"/>
            <a:ext cx="27431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MCP3464R ADC</a:t>
            </a:r>
          </a:p>
        </p:txBody>
      </p:sp>
      <p:sp>
        <p:nvSpPr>
          <p:cNvPr id="22" name="TextBox 21">
            <a:extLst>
              <a:ext uri="{FF2B5EF4-FFF2-40B4-BE49-F238E27FC236}">
                <a16:creationId xmlns:a16="http://schemas.microsoft.com/office/drawing/2014/main" id="{E3132104-FD1A-7507-5BF8-79113558DCDF}"/>
              </a:ext>
            </a:extLst>
          </p:cNvPr>
          <p:cNvSpPr txBox="1"/>
          <p:nvPr/>
        </p:nvSpPr>
        <p:spPr>
          <a:xfrm>
            <a:off x="4826000" y="4456545"/>
            <a:ext cx="274319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STM32C071 MCU</a:t>
            </a:r>
            <a:br>
              <a:rPr lang="en-US"/>
            </a:br>
            <a:r>
              <a:rPr lang="en-US" sz="1400"/>
              <a:t>SPI -&gt; USB bridge</a:t>
            </a:r>
          </a:p>
        </p:txBody>
      </p:sp>
      <p:sp>
        <p:nvSpPr>
          <p:cNvPr id="23" name="TextBox 22">
            <a:extLst>
              <a:ext uri="{FF2B5EF4-FFF2-40B4-BE49-F238E27FC236}">
                <a16:creationId xmlns:a16="http://schemas.microsoft.com/office/drawing/2014/main" id="{FB7A03D5-D308-1AA2-C427-21B660420AF1}"/>
              </a:ext>
            </a:extLst>
          </p:cNvPr>
          <p:cNvSpPr txBox="1"/>
          <p:nvPr/>
        </p:nvSpPr>
        <p:spPr>
          <a:xfrm>
            <a:off x="8204969" y="3609877"/>
            <a:ext cx="27431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Gesture Model</a:t>
            </a:r>
          </a:p>
        </p:txBody>
      </p:sp>
      <p:sp>
        <p:nvSpPr>
          <p:cNvPr id="24" name="TextBox 23">
            <a:extLst>
              <a:ext uri="{FF2B5EF4-FFF2-40B4-BE49-F238E27FC236}">
                <a16:creationId xmlns:a16="http://schemas.microsoft.com/office/drawing/2014/main" id="{F962A91B-67B5-0B4B-4416-67E33181EF40}"/>
              </a:ext>
            </a:extLst>
          </p:cNvPr>
          <p:cNvSpPr txBox="1"/>
          <p:nvPr/>
        </p:nvSpPr>
        <p:spPr>
          <a:xfrm>
            <a:off x="8204969" y="4125576"/>
            <a:ext cx="27431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Word Prediction Model</a:t>
            </a:r>
          </a:p>
        </p:txBody>
      </p:sp>
      <p:sp>
        <p:nvSpPr>
          <p:cNvPr id="25" name="Arrow: Right 24">
            <a:extLst>
              <a:ext uri="{FF2B5EF4-FFF2-40B4-BE49-F238E27FC236}">
                <a16:creationId xmlns:a16="http://schemas.microsoft.com/office/drawing/2014/main" id="{2F5F5727-13FC-4B1B-184F-CE4B74CFC720}"/>
              </a:ext>
            </a:extLst>
          </p:cNvPr>
          <p:cNvSpPr/>
          <p:nvPr/>
        </p:nvSpPr>
        <p:spPr>
          <a:xfrm>
            <a:off x="4287213" y="3702240"/>
            <a:ext cx="439619" cy="484631"/>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Arrow: Right 25">
            <a:extLst>
              <a:ext uri="{FF2B5EF4-FFF2-40B4-BE49-F238E27FC236}">
                <a16:creationId xmlns:a16="http://schemas.microsoft.com/office/drawing/2014/main" id="{A052A42E-1FF3-1731-2DEF-44195DE66A90}"/>
              </a:ext>
            </a:extLst>
          </p:cNvPr>
          <p:cNvSpPr/>
          <p:nvPr/>
        </p:nvSpPr>
        <p:spPr>
          <a:xfrm>
            <a:off x="7666182" y="3702240"/>
            <a:ext cx="439619" cy="484631"/>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598B0002-0DF8-BB73-A810-B6B709437E0B}"/>
              </a:ext>
            </a:extLst>
          </p:cNvPr>
          <p:cNvSpPr txBox="1"/>
          <p:nvPr/>
        </p:nvSpPr>
        <p:spPr>
          <a:xfrm>
            <a:off x="4164060" y="3309697"/>
            <a:ext cx="66501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FFC</a:t>
            </a:r>
          </a:p>
        </p:txBody>
      </p:sp>
      <p:sp>
        <p:nvSpPr>
          <p:cNvPr id="28" name="TextBox 27">
            <a:extLst>
              <a:ext uri="{FF2B5EF4-FFF2-40B4-BE49-F238E27FC236}">
                <a16:creationId xmlns:a16="http://schemas.microsoft.com/office/drawing/2014/main" id="{6C36BF43-ABC2-902F-B81A-162E6521AAF2}"/>
              </a:ext>
            </a:extLst>
          </p:cNvPr>
          <p:cNvSpPr txBox="1"/>
          <p:nvPr/>
        </p:nvSpPr>
        <p:spPr>
          <a:xfrm>
            <a:off x="7558423" y="3348181"/>
            <a:ext cx="66501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USB</a:t>
            </a:r>
          </a:p>
        </p:txBody>
      </p:sp>
    </p:spTree>
    <p:extLst>
      <p:ext uri="{BB962C8B-B14F-4D97-AF65-F5344CB8AC3E}">
        <p14:creationId xmlns:p14="http://schemas.microsoft.com/office/powerpoint/2010/main" val="2535871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ECBF9-6BA5-1D97-5FF5-6AAD1BC352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B94886-FE72-D640-B4B8-56B70913DAC9}"/>
              </a:ext>
            </a:extLst>
          </p:cNvPr>
          <p:cNvSpPr>
            <a:spLocks noGrp="1"/>
          </p:cNvSpPr>
          <p:nvPr>
            <p:ph type="title" idx="4294967295"/>
          </p:nvPr>
        </p:nvSpPr>
        <p:spPr>
          <a:xfrm>
            <a:off x="233517" y="413379"/>
            <a:ext cx="11813611" cy="637136"/>
          </a:xfrm>
        </p:spPr>
        <p:txBody>
          <a:bodyPr>
            <a:normAutofit/>
          </a:bodyPr>
          <a:lstStyle/>
          <a:p>
            <a:pPr algn="ctr"/>
            <a:r>
              <a:rPr lang="en-US" sz="3000" u="sng">
                <a:latin typeface="Copperplate Gothic Light"/>
              </a:rPr>
              <a:t>System Design Overview: Software Subsystem</a:t>
            </a:r>
            <a:endParaRPr lang="en-US" sz="3000"/>
          </a:p>
        </p:txBody>
      </p:sp>
      <p:sp>
        <p:nvSpPr>
          <p:cNvPr id="3" name="Rectangle 2">
            <a:extLst>
              <a:ext uri="{FF2B5EF4-FFF2-40B4-BE49-F238E27FC236}">
                <a16:creationId xmlns:a16="http://schemas.microsoft.com/office/drawing/2014/main" id="{51F63B3F-74CD-A065-3F34-7193E849BC23}"/>
              </a:ext>
            </a:extLst>
          </p:cNvPr>
          <p:cNvSpPr/>
          <p:nvPr/>
        </p:nvSpPr>
        <p:spPr>
          <a:xfrm>
            <a:off x="848496" y="1978295"/>
            <a:ext cx="2237509" cy="3567545"/>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4F43145-0CAA-3AC1-F6E6-34E577E63CAA}"/>
              </a:ext>
            </a:extLst>
          </p:cNvPr>
          <p:cNvSpPr/>
          <p:nvPr/>
        </p:nvSpPr>
        <p:spPr>
          <a:xfrm>
            <a:off x="3490512" y="1997032"/>
            <a:ext cx="2237509" cy="3567545"/>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5C2F616-2725-0D80-D513-9F21AD7A428B}"/>
              </a:ext>
            </a:extLst>
          </p:cNvPr>
          <p:cNvSpPr/>
          <p:nvPr/>
        </p:nvSpPr>
        <p:spPr>
          <a:xfrm>
            <a:off x="6132529" y="1997033"/>
            <a:ext cx="2237509" cy="3567545"/>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7C82424-1FBB-DB68-35A3-B33608E79E9A}"/>
              </a:ext>
            </a:extLst>
          </p:cNvPr>
          <p:cNvSpPr txBox="1"/>
          <p:nvPr/>
        </p:nvSpPr>
        <p:spPr>
          <a:xfrm>
            <a:off x="1117299" y="1602746"/>
            <a:ext cx="169422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Process Data</a:t>
            </a:r>
          </a:p>
        </p:txBody>
      </p:sp>
      <p:sp>
        <p:nvSpPr>
          <p:cNvPr id="11" name="TextBox 10">
            <a:extLst>
              <a:ext uri="{FF2B5EF4-FFF2-40B4-BE49-F238E27FC236}">
                <a16:creationId xmlns:a16="http://schemas.microsoft.com/office/drawing/2014/main" id="{5E248050-6B69-2A84-6E5A-89E3B69CB329}"/>
              </a:ext>
            </a:extLst>
          </p:cNvPr>
          <p:cNvSpPr txBox="1"/>
          <p:nvPr/>
        </p:nvSpPr>
        <p:spPr>
          <a:xfrm>
            <a:off x="3490742" y="1434105"/>
            <a:ext cx="223761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Gesture Recognition Model</a:t>
            </a:r>
          </a:p>
        </p:txBody>
      </p:sp>
      <p:sp>
        <p:nvSpPr>
          <p:cNvPr id="13" name="TextBox 12">
            <a:extLst>
              <a:ext uri="{FF2B5EF4-FFF2-40B4-BE49-F238E27FC236}">
                <a16:creationId xmlns:a16="http://schemas.microsoft.com/office/drawing/2014/main" id="{D923AD79-5B24-229B-4942-AC26A45E25F3}"/>
              </a:ext>
            </a:extLst>
          </p:cNvPr>
          <p:cNvSpPr txBox="1"/>
          <p:nvPr/>
        </p:nvSpPr>
        <p:spPr>
          <a:xfrm>
            <a:off x="6794824" y="1621484"/>
            <a:ext cx="90724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Driver</a:t>
            </a:r>
          </a:p>
        </p:txBody>
      </p:sp>
      <p:sp>
        <p:nvSpPr>
          <p:cNvPr id="14" name="Rectangle 13">
            <a:extLst>
              <a:ext uri="{FF2B5EF4-FFF2-40B4-BE49-F238E27FC236}">
                <a16:creationId xmlns:a16="http://schemas.microsoft.com/office/drawing/2014/main" id="{17794F43-4A75-B00B-3153-DFCE920EB618}"/>
              </a:ext>
            </a:extLst>
          </p:cNvPr>
          <p:cNvSpPr/>
          <p:nvPr/>
        </p:nvSpPr>
        <p:spPr>
          <a:xfrm>
            <a:off x="8905709" y="2022016"/>
            <a:ext cx="2237509" cy="3567545"/>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5" name="TextBox 11">
            <a:extLst>
              <a:ext uri="{FF2B5EF4-FFF2-40B4-BE49-F238E27FC236}">
                <a16:creationId xmlns:a16="http://schemas.microsoft.com/office/drawing/2014/main" id="{6021F987-426C-93F7-CC9B-A07F05F420D7}"/>
              </a:ext>
            </a:extLst>
          </p:cNvPr>
          <p:cNvSpPr txBox="1"/>
          <p:nvPr/>
        </p:nvSpPr>
        <p:spPr>
          <a:xfrm>
            <a:off x="8905939" y="1434106"/>
            <a:ext cx="2237619" cy="6463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Word Prediction Model</a:t>
            </a:r>
          </a:p>
        </p:txBody>
      </p:sp>
      <p:sp>
        <p:nvSpPr>
          <p:cNvPr id="16" name="TextBox 15">
            <a:extLst>
              <a:ext uri="{FF2B5EF4-FFF2-40B4-BE49-F238E27FC236}">
                <a16:creationId xmlns:a16="http://schemas.microsoft.com/office/drawing/2014/main" id="{768B38FA-3564-9DCB-F12B-8A6DA9BD6E18}"/>
              </a:ext>
            </a:extLst>
          </p:cNvPr>
          <p:cNvSpPr txBox="1"/>
          <p:nvPr/>
        </p:nvSpPr>
        <p:spPr>
          <a:xfrm>
            <a:off x="934577" y="2999671"/>
            <a:ext cx="2065120" cy="369332"/>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60Hz Notch Filter</a:t>
            </a:r>
          </a:p>
        </p:txBody>
      </p:sp>
      <p:sp>
        <p:nvSpPr>
          <p:cNvPr id="19" name="TextBox 18">
            <a:extLst>
              <a:ext uri="{FF2B5EF4-FFF2-40B4-BE49-F238E27FC236}">
                <a16:creationId xmlns:a16="http://schemas.microsoft.com/office/drawing/2014/main" id="{9CF6DAA6-D2DF-A330-8BE2-765752E648B5}"/>
              </a:ext>
            </a:extLst>
          </p:cNvPr>
          <p:cNvSpPr txBox="1"/>
          <p:nvPr/>
        </p:nvSpPr>
        <p:spPr>
          <a:xfrm>
            <a:off x="934576" y="3655490"/>
            <a:ext cx="2065120" cy="64633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20 – 80 Hz Bandpass Filter</a:t>
            </a:r>
          </a:p>
        </p:txBody>
      </p:sp>
      <p:sp>
        <p:nvSpPr>
          <p:cNvPr id="20" name="TextBox 19">
            <a:extLst>
              <a:ext uri="{FF2B5EF4-FFF2-40B4-BE49-F238E27FC236}">
                <a16:creationId xmlns:a16="http://schemas.microsoft.com/office/drawing/2014/main" id="{C43A6903-9738-4623-EC40-392D99AE5AAF}"/>
              </a:ext>
            </a:extLst>
          </p:cNvPr>
          <p:cNvSpPr txBox="1"/>
          <p:nvPr/>
        </p:nvSpPr>
        <p:spPr>
          <a:xfrm>
            <a:off x="934577" y="4548654"/>
            <a:ext cx="2065120" cy="64633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250ms Window Size</a:t>
            </a:r>
          </a:p>
        </p:txBody>
      </p:sp>
      <p:sp>
        <p:nvSpPr>
          <p:cNvPr id="22" name="Arrow: Right 21">
            <a:extLst>
              <a:ext uri="{FF2B5EF4-FFF2-40B4-BE49-F238E27FC236}">
                <a16:creationId xmlns:a16="http://schemas.microsoft.com/office/drawing/2014/main" id="{30F67AC8-0E0B-596E-D567-5D0B4F79BF87}"/>
              </a:ext>
            </a:extLst>
          </p:cNvPr>
          <p:cNvSpPr/>
          <p:nvPr/>
        </p:nvSpPr>
        <p:spPr>
          <a:xfrm>
            <a:off x="3119507" y="3654695"/>
            <a:ext cx="353290" cy="394854"/>
          </a:xfrm>
          <a:prstGeom prs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329563B7-1CF8-DA96-A2B5-55AF27C31B1B}"/>
              </a:ext>
            </a:extLst>
          </p:cNvPr>
          <p:cNvSpPr txBox="1"/>
          <p:nvPr/>
        </p:nvSpPr>
        <p:spPr>
          <a:xfrm>
            <a:off x="934577" y="2318867"/>
            <a:ext cx="2065120" cy="369332"/>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8 Channels</a:t>
            </a:r>
          </a:p>
        </p:txBody>
      </p:sp>
      <p:sp>
        <p:nvSpPr>
          <p:cNvPr id="24" name="Arrow: Right 23">
            <a:extLst>
              <a:ext uri="{FF2B5EF4-FFF2-40B4-BE49-F238E27FC236}">
                <a16:creationId xmlns:a16="http://schemas.microsoft.com/office/drawing/2014/main" id="{0220AB96-6D8B-916F-473E-34348E40F45B}"/>
              </a:ext>
            </a:extLst>
          </p:cNvPr>
          <p:cNvSpPr/>
          <p:nvPr/>
        </p:nvSpPr>
        <p:spPr>
          <a:xfrm>
            <a:off x="5774014" y="3654694"/>
            <a:ext cx="353290" cy="394854"/>
          </a:xfrm>
          <a:prstGeom prs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Arrow: Right 24">
            <a:extLst>
              <a:ext uri="{FF2B5EF4-FFF2-40B4-BE49-F238E27FC236}">
                <a16:creationId xmlns:a16="http://schemas.microsoft.com/office/drawing/2014/main" id="{E84D75EC-2552-F550-FBD2-7D6DBD957BBD}"/>
              </a:ext>
            </a:extLst>
          </p:cNvPr>
          <p:cNvSpPr/>
          <p:nvPr/>
        </p:nvSpPr>
        <p:spPr>
          <a:xfrm>
            <a:off x="8453506" y="3098810"/>
            <a:ext cx="353290" cy="394854"/>
          </a:xfrm>
          <a:prstGeom prs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DF2822D4-C1E7-793F-E22F-8E5DD183A7FE}"/>
              </a:ext>
            </a:extLst>
          </p:cNvPr>
          <p:cNvSpPr txBox="1"/>
          <p:nvPr/>
        </p:nvSpPr>
        <p:spPr>
          <a:xfrm>
            <a:off x="3576593" y="2362587"/>
            <a:ext cx="2065120" cy="64633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TensorFlow Framework</a:t>
            </a:r>
          </a:p>
        </p:txBody>
      </p:sp>
      <p:sp>
        <p:nvSpPr>
          <p:cNvPr id="27" name="TextBox 26">
            <a:extLst>
              <a:ext uri="{FF2B5EF4-FFF2-40B4-BE49-F238E27FC236}">
                <a16:creationId xmlns:a16="http://schemas.microsoft.com/office/drawing/2014/main" id="{EE3272DD-68BE-C0F5-DC3C-B3A76D7647E6}"/>
              </a:ext>
            </a:extLst>
          </p:cNvPr>
          <p:cNvSpPr txBox="1"/>
          <p:nvPr/>
        </p:nvSpPr>
        <p:spPr>
          <a:xfrm>
            <a:off x="3576593" y="3480604"/>
            <a:ext cx="2065120" cy="369332"/>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3 Layer, 1D CNN</a:t>
            </a:r>
          </a:p>
        </p:txBody>
      </p:sp>
      <p:sp>
        <p:nvSpPr>
          <p:cNvPr id="28" name="TextBox 27">
            <a:extLst>
              <a:ext uri="{FF2B5EF4-FFF2-40B4-BE49-F238E27FC236}">
                <a16:creationId xmlns:a16="http://schemas.microsoft.com/office/drawing/2014/main" id="{C0045FB4-8324-E6D6-2F6A-70300B4E50D1}"/>
              </a:ext>
            </a:extLst>
          </p:cNvPr>
          <p:cNvSpPr txBox="1"/>
          <p:nvPr/>
        </p:nvSpPr>
        <p:spPr>
          <a:xfrm>
            <a:off x="3576593" y="4504932"/>
            <a:ext cx="2065120" cy="369332"/>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8 Gestures + Rest</a:t>
            </a:r>
          </a:p>
        </p:txBody>
      </p:sp>
      <p:sp>
        <p:nvSpPr>
          <p:cNvPr id="29" name="TextBox 28">
            <a:extLst>
              <a:ext uri="{FF2B5EF4-FFF2-40B4-BE49-F238E27FC236}">
                <a16:creationId xmlns:a16="http://schemas.microsoft.com/office/drawing/2014/main" id="{D9F688A5-ED9B-0D1B-30C2-55F72AB9FFB3}"/>
              </a:ext>
            </a:extLst>
          </p:cNvPr>
          <p:cNvSpPr txBox="1"/>
          <p:nvPr/>
        </p:nvSpPr>
        <p:spPr>
          <a:xfrm>
            <a:off x="6218609" y="2081522"/>
            <a:ext cx="2065120" cy="64633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Predicts Gestures using live data</a:t>
            </a:r>
          </a:p>
        </p:txBody>
      </p:sp>
      <p:sp>
        <p:nvSpPr>
          <p:cNvPr id="30" name="TextBox 29">
            <a:extLst>
              <a:ext uri="{FF2B5EF4-FFF2-40B4-BE49-F238E27FC236}">
                <a16:creationId xmlns:a16="http://schemas.microsoft.com/office/drawing/2014/main" id="{24E4CA0E-D843-8726-974D-9A88A2F64113}"/>
              </a:ext>
            </a:extLst>
          </p:cNvPr>
          <p:cNvSpPr txBox="1"/>
          <p:nvPr/>
        </p:nvSpPr>
        <p:spPr>
          <a:xfrm>
            <a:off x="6218609" y="2856014"/>
            <a:ext cx="2065120" cy="923330"/>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Converts Gestures into commands and coordinates</a:t>
            </a:r>
          </a:p>
        </p:txBody>
      </p:sp>
      <p:sp>
        <p:nvSpPr>
          <p:cNvPr id="31" name="TextBox 30">
            <a:extLst>
              <a:ext uri="{FF2B5EF4-FFF2-40B4-BE49-F238E27FC236}">
                <a16:creationId xmlns:a16="http://schemas.microsoft.com/office/drawing/2014/main" id="{95765253-4CAD-B2D1-48CA-F215F17A1D60}"/>
              </a:ext>
            </a:extLst>
          </p:cNvPr>
          <p:cNvSpPr txBox="1"/>
          <p:nvPr/>
        </p:nvSpPr>
        <p:spPr>
          <a:xfrm>
            <a:off x="6218609" y="3849112"/>
            <a:ext cx="2065120" cy="923330"/>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Calls Word Prediction Model API</a:t>
            </a:r>
          </a:p>
        </p:txBody>
      </p:sp>
      <p:sp>
        <p:nvSpPr>
          <p:cNvPr id="32" name="TextBox 31">
            <a:extLst>
              <a:ext uri="{FF2B5EF4-FFF2-40B4-BE49-F238E27FC236}">
                <a16:creationId xmlns:a16="http://schemas.microsoft.com/office/drawing/2014/main" id="{3FFCE9B7-92A3-7263-FFA7-C0F6E91441EE}"/>
              </a:ext>
            </a:extLst>
          </p:cNvPr>
          <p:cNvSpPr txBox="1"/>
          <p:nvPr/>
        </p:nvSpPr>
        <p:spPr>
          <a:xfrm>
            <a:off x="6218610" y="4823474"/>
            <a:ext cx="2065120" cy="64633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Displays Predicted Word/Message</a:t>
            </a:r>
          </a:p>
        </p:txBody>
      </p:sp>
      <p:sp>
        <p:nvSpPr>
          <p:cNvPr id="34" name="TextBox 33">
            <a:extLst>
              <a:ext uri="{FF2B5EF4-FFF2-40B4-BE49-F238E27FC236}">
                <a16:creationId xmlns:a16="http://schemas.microsoft.com/office/drawing/2014/main" id="{A3EC183E-52FA-1A48-E233-763347DD5C8E}"/>
              </a:ext>
            </a:extLst>
          </p:cNvPr>
          <p:cNvSpPr txBox="1"/>
          <p:nvPr/>
        </p:nvSpPr>
        <p:spPr>
          <a:xfrm>
            <a:off x="8991789" y="2487505"/>
            <a:ext cx="2065120" cy="369332"/>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N-gram Model</a:t>
            </a:r>
          </a:p>
        </p:txBody>
      </p:sp>
      <p:sp>
        <p:nvSpPr>
          <p:cNvPr id="35" name="Arrow: Right 34">
            <a:extLst>
              <a:ext uri="{FF2B5EF4-FFF2-40B4-BE49-F238E27FC236}">
                <a16:creationId xmlns:a16="http://schemas.microsoft.com/office/drawing/2014/main" id="{5CAFB4CB-E206-E167-0222-6FBC6C188304}"/>
              </a:ext>
            </a:extLst>
          </p:cNvPr>
          <p:cNvSpPr/>
          <p:nvPr/>
        </p:nvSpPr>
        <p:spPr>
          <a:xfrm rot="10800000">
            <a:off x="8453505" y="3854563"/>
            <a:ext cx="353290" cy="394854"/>
          </a:xfrm>
          <a:prstGeom prs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F2F9A701-2F78-E73A-0998-099B44CE9FE6}"/>
              </a:ext>
            </a:extLst>
          </p:cNvPr>
          <p:cNvSpPr txBox="1"/>
          <p:nvPr/>
        </p:nvSpPr>
        <p:spPr>
          <a:xfrm>
            <a:off x="8991788" y="3399406"/>
            <a:ext cx="2065120" cy="64633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Runs on remote server</a:t>
            </a:r>
          </a:p>
        </p:txBody>
      </p:sp>
      <p:sp>
        <p:nvSpPr>
          <p:cNvPr id="39" name="TextBox 38">
            <a:extLst>
              <a:ext uri="{FF2B5EF4-FFF2-40B4-BE49-F238E27FC236}">
                <a16:creationId xmlns:a16="http://schemas.microsoft.com/office/drawing/2014/main" id="{D8A196FC-6FC5-9F0E-50B6-35490F84B097}"/>
              </a:ext>
            </a:extLst>
          </p:cNvPr>
          <p:cNvSpPr txBox="1"/>
          <p:nvPr/>
        </p:nvSpPr>
        <p:spPr>
          <a:xfrm>
            <a:off x="8991789" y="4448719"/>
            <a:ext cx="2065120" cy="64633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Generates the 3 most likely words</a:t>
            </a:r>
          </a:p>
        </p:txBody>
      </p:sp>
    </p:spTree>
    <p:extLst>
      <p:ext uri="{BB962C8B-B14F-4D97-AF65-F5344CB8AC3E}">
        <p14:creationId xmlns:p14="http://schemas.microsoft.com/office/powerpoint/2010/main" val="32652645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140E9-A3FB-4099-48E1-606EA9841D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E678D2-613B-A214-7850-4A92AA74E042}"/>
              </a:ext>
            </a:extLst>
          </p:cNvPr>
          <p:cNvSpPr>
            <a:spLocks noGrp="1"/>
          </p:cNvSpPr>
          <p:nvPr>
            <p:ph type="title" idx="4294967295"/>
          </p:nvPr>
        </p:nvSpPr>
        <p:spPr>
          <a:xfrm>
            <a:off x="651387" y="306580"/>
            <a:ext cx="10891838" cy="715964"/>
          </a:xfrm>
        </p:spPr>
        <p:txBody>
          <a:bodyPr>
            <a:normAutofit/>
          </a:bodyPr>
          <a:lstStyle/>
          <a:p>
            <a:pPr algn="ctr"/>
            <a:r>
              <a:rPr lang="en-US" sz="3000" u="sng">
                <a:latin typeface="Copperplate Gothic Light"/>
              </a:rPr>
              <a:t>Hardware Prototype: PCB Design</a:t>
            </a:r>
          </a:p>
        </p:txBody>
      </p:sp>
      <p:sp>
        <p:nvSpPr>
          <p:cNvPr id="4" name="Content Placeholder 3">
            <a:extLst>
              <a:ext uri="{FF2B5EF4-FFF2-40B4-BE49-F238E27FC236}">
                <a16:creationId xmlns:a16="http://schemas.microsoft.com/office/drawing/2014/main" id="{A6AD5088-D913-B34A-A454-0B59B188D6C9}"/>
              </a:ext>
            </a:extLst>
          </p:cNvPr>
          <p:cNvSpPr>
            <a:spLocks noGrp="1"/>
          </p:cNvSpPr>
          <p:nvPr>
            <p:ph sz="half" idx="4294967295"/>
          </p:nvPr>
        </p:nvSpPr>
        <p:spPr>
          <a:xfrm>
            <a:off x="1045526" y="1321140"/>
            <a:ext cx="4042487" cy="373009"/>
          </a:xfrm>
        </p:spPr>
        <p:txBody>
          <a:bodyPr vert="horz" lIns="91440" tIns="45720" rIns="91440" bIns="45720" rtlCol="0" anchor="t">
            <a:noAutofit/>
          </a:bodyPr>
          <a:lstStyle/>
          <a:p>
            <a:pPr marL="0" indent="0" algn="ctr">
              <a:buNone/>
            </a:pPr>
            <a:r>
              <a:rPr lang="en-US" sz="1700" b="1">
                <a:latin typeface="Castellar"/>
              </a:rPr>
              <a:t>Control Board PCB</a:t>
            </a:r>
          </a:p>
        </p:txBody>
      </p:sp>
      <p:sp>
        <p:nvSpPr>
          <p:cNvPr id="3" name="Content Placeholder 2">
            <a:extLst>
              <a:ext uri="{FF2B5EF4-FFF2-40B4-BE49-F238E27FC236}">
                <a16:creationId xmlns:a16="http://schemas.microsoft.com/office/drawing/2014/main" id="{3855EFF9-AC17-3AB3-32CE-7D029B374E5C}"/>
              </a:ext>
            </a:extLst>
          </p:cNvPr>
          <p:cNvSpPr>
            <a:spLocks noGrp="1"/>
          </p:cNvSpPr>
          <p:nvPr>
            <p:ph sz="half" idx="4294967295"/>
          </p:nvPr>
        </p:nvSpPr>
        <p:spPr>
          <a:xfrm>
            <a:off x="7306250" y="1255452"/>
            <a:ext cx="3347764" cy="438698"/>
          </a:xfrm>
        </p:spPr>
        <p:txBody>
          <a:bodyPr vert="horz" lIns="91440" tIns="45720" rIns="91440" bIns="45720" rtlCol="0" anchor="t">
            <a:noAutofit/>
          </a:bodyPr>
          <a:lstStyle/>
          <a:p>
            <a:pPr marL="0" indent="0" algn="ctr">
              <a:buNone/>
            </a:pPr>
            <a:r>
              <a:rPr lang="en-US" sz="1700" b="1">
                <a:latin typeface="Castellar"/>
              </a:rPr>
              <a:t>Control Board PCB</a:t>
            </a:r>
          </a:p>
        </p:txBody>
      </p:sp>
      <p:pic>
        <p:nvPicPr>
          <p:cNvPr id="5" name="Picture 4" descr="A circuit board with many wires and circles&#10;&#10;AI-generated content may be incorrect.">
            <a:extLst>
              <a:ext uri="{FF2B5EF4-FFF2-40B4-BE49-F238E27FC236}">
                <a16:creationId xmlns:a16="http://schemas.microsoft.com/office/drawing/2014/main" id="{B3F9D92E-92B6-EBF4-DA6A-B0715A089C44}"/>
              </a:ext>
            </a:extLst>
          </p:cNvPr>
          <p:cNvPicPr>
            <a:picLocks noChangeAspect="1"/>
          </p:cNvPicPr>
          <p:nvPr/>
        </p:nvPicPr>
        <p:blipFill>
          <a:blip r:embed="rId2"/>
          <a:stretch>
            <a:fillRect/>
          </a:stretch>
        </p:blipFill>
        <p:spPr>
          <a:xfrm>
            <a:off x="6298863" y="1624239"/>
            <a:ext cx="5348780" cy="4097063"/>
          </a:xfrm>
          <a:prstGeom prst="rect">
            <a:avLst/>
          </a:prstGeom>
        </p:spPr>
      </p:pic>
      <p:pic>
        <p:nvPicPr>
          <p:cNvPr id="7" name="Picture 6" descr="A computer circuit board with many different colored lines&#10;&#10;AI-generated content may be incorrect.">
            <a:extLst>
              <a:ext uri="{FF2B5EF4-FFF2-40B4-BE49-F238E27FC236}">
                <a16:creationId xmlns:a16="http://schemas.microsoft.com/office/drawing/2014/main" id="{FF9EB769-5452-666A-64C2-1466BF19D001}"/>
              </a:ext>
            </a:extLst>
          </p:cNvPr>
          <p:cNvPicPr>
            <a:picLocks noChangeAspect="1"/>
          </p:cNvPicPr>
          <p:nvPr/>
        </p:nvPicPr>
        <p:blipFill>
          <a:blip r:embed="rId3"/>
          <a:stretch>
            <a:fillRect/>
          </a:stretch>
        </p:blipFill>
        <p:spPr>
          <a:xfrm>
            <a:off x="411812" y="1774730"/>
            <a:ext cx="5449613" cy="3794890"/>
          </a:xfrm>
          <a:prstGeom prst="rect">
            <a:avLst/>
          </a:prstGeom>
        </p:spPr>
      </p:pic>
    </p:spTree>
    <p:extLst>
      <p:ext uri="{BB962C8B-B14F-4D97-AF65-F5344CB8AC3E}">
        <p14:creationId xmlns:p14="http://schemas.microsoft.com/office/powerpoint/2010/main" val="14928206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B65AA-6846-8011-540D-9C2CBC9FC2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987477-BA91-23FA-28A1-183BC26244FE}"/>
              </a:ext>
            </a:extLst>
          </p:cNvPr>
          <p:cNvSpPr>
            <a:spLocks noGrp="1"/>
          </p:cNvSpPr>
          <p:nvPr>
            <p:ph type="title" idx="4294967295"/>
          </p:nvPr>
        </p:nvSpPr>
        <p:spPr>
          <a:xfrm>
            <a:off x="651387" y="398545"/>
            <a:ext cx="10891838" cy="715964"/>
          </a:xfrm>
        </p:spPr>
        <p:txBody>
          <a:bodyPr>
            <a:normAutofit/>
          </a:bodyPr>
          <a:lstStyle/>
          <a:p>
            <a:pPr algn="ctr"/>
            <a:r>
              <a:rPr lang="en-US" sz="3000" u="sng">
                <a:latin typeface="Copperplate Gothic Light"/>
              </a:rPr>
              <a:t>Hardware Prototype: 3D Enclosure</a:t>
            </a:r>
          </a:p>
        </p:txBody>
      </p:sp>
      <p:sp>
        <p:nvSpPr>
          <p:cNvPr id="4" name="Content Placeholder 3">
            <a:extLst>
              <a:ext uri="{FF2B5EF4-FFF2-40B4-BE49-F238E27FC236}">
                <a16:creationId xmlns:a16="http://schemas.microsoft.com/office/drawing/2014/main" id="{1EEB0C7B-9C9A-4831-4B6E-CB8E6C7136FF}"/>
              </a:ext>
            </a:extLst>
          </p:cNvPr>
          <p:cNvSpPr>
            <a:spLocks noGrp="1"/>
          </p:cNvSpPr>
          <p:nvPr>
            <p:ph sz="half" idx="4294967295"/>
          </p:nvPr>
        </p:nvSpPr>
        <p:spPr>
          <a:xfrm>
            <a:off x="1122795" y="1557623"/>
            <a:ext cx="4042487" cy="373009"/>
          </a:xfrm>
        </p:spPr>
        <p:txBody>
          <a:bodyPr vert="horz" lIns="91440" tIns="45720" rIns="91440" bIns="45720" rtlCol="0" anchor="t">
            <a:noAutofit/>
          </a:bodyPr>
          <a:lstStyle/>
          <a:p>
            <a:pPr marL="0" indent="0" algn="ctr">
              <a:buNone/>
            </a:pPr>
            <a:r>
              <a:rPr lang="en-US" sz="1700" b="1">
                <a:latin typeface="Castellar"/>
              </a:rPr>
              <a:t>Control Board 3D Model</a:t>
            </a:r>
          </a:p>
        </p:txBody>
      </p:sp>
      <p:sp>
        <p:nvSpPr>
          <p:cNvPr id="3" name="Content Placeholder 2">
            <a:extLst>
              <a:ext uri="{FF2B5EF4-FFF2-40B4-BE49-F238E27FC236}">
                <a16:creationId xmlns:a16="http://schemas.microsoft.com/office/drawing/2014/main" id="{A26D8509-7850-6B2C-DF7F-918F79D5C6EB}"/>
              </a:ext>
            </a:extLst>
          </p:cNvPr>
          <p:cNvSpPr>
            <a:spLocks noGrp="1"/>
          </p:cNvSpPr>
          <p:nvPr>
            <p:ph sz="half" idx="4294967295"/>
          </p:nvPr>
        </p:nvSpPr>
        <p:spPr>
          <a:xfrm>
            <a:off x="7197807" y="1557624"/>
            <a:ext cx="3912695" cy="307320"/>
          </a:xfrm>
        </p:spPr>
        <p:txBody>
          <a:bodyPr vert="horz" lIns="91440" tIns="45720" rIns="91440" bIns="45720" rtlCol="0" anchor="t">
            <a:noAutofit/>
          </a:bodyPr>
          <a:lstStyle/>
          <a:p>
            <a:pPr marL="0" indent="0" algn="ctr">
              <a:buNone/>
            </a:pPr>
            <a:r>
              <a:rPr lang="en-US" sz="1700" b="1">
                <a:latin typeface="Castellar"/>
              </a:rPr>
              <a:t>Control Board 3D Model</a:t>
            </a:r>
          </a:p>
        </p:txBody>
      </p:sp>
      <p:pic>
        <p:nvPicPr>
          <p:cNvPr id="5" name="Picture 4">
            <a:extLst>
              <a:ext uri="{FF2B5EF4-FFF2-40B4-BE49-F238E27FC236}">
                <a16:creationId xmlns:a16="http://schemas.microsoft.com/office/drawing/2014/main" id="{F76D986B-6D94-D29A-A1F2-87D5E98FDE35}"/>
              </a:ext>
            </a:extLst>
          </p:cNvPr>
          <p:cNvPicPr>
            <a:picLocks noChangeAspect="1"/>
          </p:cNvPicPr>
          <p:nvPr/>
        </p:nvPicPr>
        <p:blipFill>
          <a:blip r:embed="rId3"/>
          <a:stretch>
            <a:fillRect/>
          </a:stretch>
        </p:blipFill>
        <p:spPr>
          <a:xfrm>
            <a:off x="454990" y="1916301"/>
            <a:ext cx="5373652" cy="3820356"/>
          </a:xfrm>
          <a:prstGeom prst="rect">
            <a:avLst/>
          </a:prstGeom>
        </p:spPr>
      </p:pic>
      <p:pic>
        <p:nvPicPr>
          <p:cNvPr id="6" name="Picture 5" descr="A black rectangular object with two handles&#10;&#10;AI-generated content may be incorrect.">
            <a:extLst>
              <a:ext uri="{FF2B5EF4-FFF2-40B4-BE49-F238E27FC236}">
                <a16:creationId xmlns:a16="http://schemas.microsoft.com/office/drawing/2014/main" id="{A5DDBACF-F3F0-9B82-07EB-BF63C2683888}"/>
              </a:ext>
            </a:extLst>
          </p:cNvPr>
          <p:cNvPicPr>
            <a:picLocks noChangeAspect="1"/>
          </p:cNvPicPr>
          <p:nvPr/>
        </p:nvPicPr>
        <p:blipFill>
          <a:blip r:embed="rId4"/>
          <a:stretch>
            <a:fillRect/>
          </a:stretch>
        </p:blipFill>
        <p:spPr>
          <a:xfrm>
            <a:off x="6767157" y="1913914"/>
            <a:ext cx="4785484" cy="3821232"/>
          </a:xfrm>
          <a:prstGeom prst="rect">
            <a:avLst/>
          </a:prstGeom>
        </p:spPr>
      </p:pic>
    </p:spTree>
    <p:extLst>
      <p:ext uri="{BB962C8B-B14F-4D97-AF65-F5344CB8AC3E}">
        <p14:creationId xmlns:p14="http://schemas.microsoft.com/office/powerpoint/2010/main" val="38908253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2C5D145-9A71-DE00-73B5-1C4B39A9CFBD}"/>
            </a:ext>
          </a:extLst>
        </p:cNvPr>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9810D2-E17E-6DF6-9BA5-91F84391DD3D}"/>
              </a:ext>
            </a:extLst>
          </p:cNvPr>
          <p:cNvSpPr>
            <a:spLocks noGrp="1"/>
          </p:cNvSpPr>
          <p:nvPr>
            <p:ph type="title" idx="4294967295"/>
          </p:nvPr>
        </p:nvSpPr>
        <p:spPr>
          <a:xfrm>
            <a:off x="425253" y="389046"/>
            <a:ext cx="11333334" cy="712656"/>
          </a:xfrm>
        </p:spPr>
        <p:txBody>
          <a:bodyPr vert="horz" lIns="91440" tIns="45720" rIns="91440" bIns="45720" rtlCol="0" anchor="t">
            <a:normAutofit/>
          </a:bodyPr>
          <a:lstStyle/>
          <a:p>
            <a:pPr algn="ctr"/>
            <a:r>
              <a:rPr lang="en-US" sz="3000" u="sng">
                <a:latin typeface="Copperplate Gothic Light"/>
              </a:rPr>
              <a:t>Hardware Prototype: Hardware Images</a:t>
            </a:r>
          </a:p>
        </p:txBody>
      </p:sp>
      <p:pic>
        <p:nvPicPr>
          <p:cNvPr id="6" name="Picture 5" descr="A pair of green electronic components&#10;&#10;AI-generated content may be incorrect.">
            <a:extLst>
              <a:ext uri="{FF2B5EF4-FFF2-40B4-BE49-F238E27FC236}">
                <a16:creationId xmlns:a16="http://schemas.microsoft.com/office/drawing/2014/main" id="{5B36A515-7A47-5E1D-F156-93D73EF1C137}"/>
              </a:ext>
            </a:extLst>
          </p:cNvPr>
          <p:cNvPicPr>
            <a:picLocks noChangeAspect="1"/>
          </p:cNvPicPr>
          <p:nvPr/>
        </p:nvPicPr>
        <p:blipFill>
          <a:blip r:embed="rId3"/>
          <a:stretch>
            <a:fillRect/>
          </a:stretch>
        </p:blipFill>
        <p:spPr>
          <a:xfrm rot="5400000">
            <a:off x="8505311" y="1757152"/>
            <a:ext cx="2788729" cy="3968885"/>
          </a:xfrm>
          <a:prstGeom prst="rect">
            <a:avLst/>
          </a:prstGeom>
        </p:spPr>
      </p:pic>
      <p:sp>
        <p:nvSpPr>
          <p:cNvPr id="4" name="TextBox 25">
            <a:extLst>
              <a:ext uri="{FF2B5EF4-FFF2-40B4-BE49-F238E27FC236}">
                <a16:creationId xmlns:a16="http://schemas.microsoft.com/office/drawing/2014/main" id="{FEE32EC0-C01A-FFF0-B943-16B36A576EB7}"/>
              </a:ext>
            </a:extLst>
          </p:cNvPr>
          <p:cNvSpPr txBox="1"/>
          <p:nvPr/>
        </p:nvSpPr>
        <p:spPr>
          <a:xfrm>
            <a:off x="23684784" y="18953266"/>
            <a:ext cx="3896799" cy="553998"/>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000">
                <a:highlight>
                  <a:srgbClr val="FFFF00"/>
                </a:highlight>
                <a:latin typeface="Copperplate Gothic Light"/>
                <a:ea typeface="+mn-lt"/>
                <a:cs typeface="+mn-lt"/>
              </a:rPr>
              <a:t>Control</a:t>
            </a:r>
            <a:r>
              <a:rPr lang="en-US" sz="3000">
                <a:highlight>
                  <a:srgbClr val="FFFF00"/>
                </a:highlight>
                <a:latin typeface="Copperplate Gothic Light"/>
              </a:rPr>
              <a:t> Board</a:t>
            </a:r>
            <a:endParaRPr lang="en-US"/>
          </a:p>
        </p:txBody>
      </p:sp>
      <p:pic>
        <p:nvPicPr>
          <p:cNvPr id="7" name="Picture 6" descr="A computer chip on a computer&#10;&#10;AI-generated content may be incorrect.">
            <a:extLst>
              <a:ext uri="{FF2B5EF4-FFF2-40B4-BE49-F238E27FC236}">
                <a16:creationId xmlns:a16="http://schemas.microsoft.com/office/drawing/2014/main" id="{1655390D-CEE3-C99C-39C4-6D244126BBA8}"/>
              </a:ext>
            </a:extLst>
          </p:cNvPr>
          <p:cNvPicPr>
            <a:picLocks noChangeAspect="1"/>
          </p:cNvPicPr>
          <p:nvPr/>
        </p:nvPicPr>
        <p:blipFill>
          <a:blip r:embed="rId4"/>
          <a:stretch>
            <a:fillRect/>
          </a:stretch>
        </p:blipFill>
        <p:spPr>
          <a:xfrm>
            <a:off x="3967154" y="1369017"/>
            <a:ext cx="3748653" cy="5036949"/>
          </a:xfrm>
          <a:prstGeom prst="rect">
            <a:avLst/>
          </a:prstGeom>
        </p:spPr>
      </p:pic>
      <p:pic>
        <p:nvPicPr>
          <p:cNvPr id="14" name="Picture 13" descr="A person wearing a pair of bracelets&#10;&#10;AI-generated content may be incorrect.">
            <a:extLst>
              <a:ext uri="{FF2B5EF4-FFF2-40B4-BE49-F238E27FC236}">
                <a16:creationId xmlns:a16="http://schemas.microsoft.com/office/drawing/2014/main" id="{4DD7D76D-7DFD-2A84-4CE3-C49B3374E869}"/>
              </a:ext>
            </a:extLst>
          </p:cNvPr>
          <p:cNvPicPr>
            <a:picLocks noChangeAspect="1"/>
          </p:cNvPicPr>
          <p:nvPr/>
        </p:nvPicPr>
        <p:blipFill>
          <a:blip r:embed="rId5"/>
          <a:srcRect t="40113" r="20050" b="13371"/>
          <a:stretch>
            <a:fillRect/>
          </a:stretch>
        </p:blipFill>
        <p:spPr>
          <a:xfrm>
            <a:off x="297886" y="2143932"/>
            <a:ext cx="3376054" cy="3190082"/>
          </a:xfrm>
          <a:prstGeom prst="rect">
            <a:avLst/>
          </a:prstGeom>
        </p:spPr>
      </p:pic>
      <p:sp>
        <p:nvSpPr>
          <p:cNvPr id="15" name="TextBox 14">
            <a:extLst>
              <a:ext uri="{FF2B5EF4-FFF2-40B4-BE49-F238E27FC236}">
                <a16:creationId xmlns:a16="http://schemas.microsoft.com/office/drawing/2014/main" id="{81543D4D-113A-8F0E-494C-F1D54BA9AB31}"/>
              </a:ext>
            </a:extLst>
          </p:cNvPr>
          <p:cNvSpPr txBox="1"/>
          <p:nvPr/>
        </p:nvSpPr>
        <p:spPr>
          <a:xfrm>
            <a:off x="7576134" y="3986805"/>
            <a:ext cx="315158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a:highlight>
                  <a:srgbClr val="FFFF00"/>
                </a:highlight>
                <a:latin typeface="Castellar"/>
              </a:rPr>
              <a:t>Control Board</a:t>
            </a:r>
            <a:endParaRPr lang="en-US" sz="1400" b="1">
              <a:highlight>
                <a:srgbClr val="FFFF00"/>
              </a:highlight>
              <a:latin typeface="Castellar"/>
              <a:cs typeface="Times New Roman"/>
            </a:endParaRPr>
          </a:p>
        </p:txBody>
      </p:sp>
      <p:sp>
        <p:nvSpPr>
          <p:cNvPr id="16" name="TextBox 15">
            <a:extLst>
              <a:ext uri="{FF2B5EF4-FFF2-40B4-BE49-F238E27FC236}">
                <a16:creationId xmlns:a16="http://schemas.microsoft.com/office/drawing/2014/main" id="{5E3D0F73-EDC2-C0DF-CE06-8B8696A08311}"/>
              </a:ext>
            </a:extLst>
          </p:cNvPr>
          <p:cNvSpPr txBox="1"/>
          <p:nvPr/>
        </p:nvSpPr>
        <p:spPr>
          <a:xfrm>
            <a:off x="9257789" y="4696254"/>
            <a:ext cx="315158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a:highlight>
                  <a:srgbClr val="FFFF00"/>
                </a:highlight>
                <a:latin typeface="Castellar"/>
              </a:rPr>
              <a:t>Electrode Board</a:t>
            </a:r>
            <a:endParaRPr lang="en-US" sz="1400" b="1">
              <a:highlight>
                <a:srgbClr val="FFFF00"/>
              </a:highlight>
              <a:latin typeface="Castellar"/>
              <a:cs typeface="Times New Roman"/>
            </a:endParaRPr>
          </a:p>
        </p:txBody>
      </p:sp>
    </p:spTree>
    <p:extLst>
      <p:ext uri="{BB962C8B-B14F-4D97-AF65-F5344CB8AC3E}">
        <p14:creationId xmlns:p14="http://schemas.microsoft.com/office/powerpoint/2010/main" val="34802488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365BC-2ABD-9E1E-4806-F893A1DA73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A20024-888C-14EB-8F44-FDB18BA58879}"/>
              </a:ext>
            </a:extLst>
          </p:cNvPr>
          <p:cNvSpPr>
            <a:spLocks noGrp="1"/>
          </p:cNvSpPr>
          <p:nvPr>
            <p:ph type="title" idx="4294967295"/>
          </p:nvPr>
        </p:nvSpPr>
        <p:spPr>
          <a:xfrm>
            <a:off x="0" y="123496"/>
            <a:ext cx="12192492" cy="742239"/>
          </a:xfrm>
        </p:spPr>
        <p:txBody>
          <a:bodyPr vert="horz" lIns="91440" tIns="45720" rIns="91440" bIns="45720" rtlCol="0" anchor="t">
            <a:noAutofit/>
          </a:bodyPr>
          <a:lstStyle/>
          <a:p>
            <a:pPr algn="ctr"/>
            <a:r>
              <a:rPr lang="en-US" sz="3000" u="sng">
                <a:latin typeface="Copperplate Gothic Light"/>
              </a:rPr>
              <a:t>Software and Algorithm: Gesture Prediction Model</a:t>
            </a:r>
          </a:p>
        </p:txBody>
      </p:sp>
      <p:pic>
        <p:nvPicPr>
          <p:cNvPr id="3" name="Picture 2" descr="A diagram of a program&#10;&#10;AI-generated content may be incorrect.">
            <a:extLst>
              <a:ext uri="{FF2B5EF4-FFF2-40B4-BE49-F238E27FC236}">
                <a16:creationId xmlns:a16="http://schemas.microsoft.com/office/drawing/2014/main" id="{589E7ED9-D871-286B-CE4C-39C0B05BAE44}"/>
              </a:ext>
            </a:extLst>
          </p:cNvPr>
          <p:cNvPicPr>
            <a:picLocks noChangeAspect="1"/>
          </p:cNvPicPr>
          <p:nvPr/>
        </p:nvPicPr>
        <p:blipFill>
          <a:blip r:embed="rId5"/>
          <a:srcRect r="-506" b="-256"/>
          <a:stretch>
            <a:fillRect/>
          </a:stretch>
        </p:blipFill>
        <p:spPr>
          <a:xfrm>
            <a:off x="239084" y="995097"/>
            <a:ext cx="11725307" cy="5757379"/>
          </a:xfrm>
          <a:prstGeom prst="rect">
            <a:avLst/>
          </a:prstGeom>
        </p:spPr>
      </p:pic>
      <p:pic>
        <p:nvPicPr>
          <p:cNvPr id="14" name="Audio 13">
            <a:hlinkClick r:id="" action="ppaction://media"/>
            <a:extLst>
              <a:ext uri="{FF2B5EF4-FFF2-40B4-BE49-F238E27FC236}">
                <a16:creationId xmlns:a16="http://schemas.microsoft.com/office/drawing/2014/main" id="{ED861EB6-C705-0E33-B281-710E515FBF07}"/>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18750" t="-118750" r="-118750" b="-118750"/>
          <a:stretch>
            <a:fillRect/>
          </a:stretch>
        </p:blipFill>
        <p:spPr>
          <a:xfrm>
            <a:off x="-738554" y="4419599"/>
            <a:ext cx="3310319" cy="3310319"/>
          </a:xfrm>
          <a:prstGeom prst="ellipse">
            <a:avLst/>
          </a:prstGeom>
        </p:spPr>
      </p:pic>
    </p:spTree>
    <p:extLst>
      <p:ext uri="{BB962C8B-B14F-4D97-AF65-F5344CB8AC3E}">
        <p14:creationId xmlns:p14="http://schemas.microsoft.com/office/powerpoint/2010/main" val="3907223169"/>
      </p:ext>
    </p:extLst>
  </p:cSld>
  <p:clrMapOvr>
    <a:masterClrMapping/>
  </p:clrMapOvr>
  <mc:AlternateContent xmlns:mc="http://schemas.openxmlformats.org/markup-compatibility/2006" xmlns:p14="http://schemas.microsoft.com/office/powerpoint/2010/main">
    <mc:Choice Requires="p14">
      <p:transition spd="slow" p14:dur="2000" advTm="135233"/>
    </mc:Choice>
    <mc:Fallback xmlns="">
      <p:transition spd="slow" advTm="13523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4"/>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CE69E-8EF1-26A3-7729-739BB6728F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324ACF-6F7C-0A38-18EF-DA80AB4258BE}"/>
              </a:ext>
            </a:extLst>
          </p:cNvPr>
          <p:cNvSpPr>
            <a:spLocks noGrp="1"/>
          </p:cNvSpPr>
          <p:nvPr>
            <p:ph type="title" idx="4294967295"/>
          </p:nvPr>
        </p:nvSpPr>
        <p:spPr>
          <a:xfrm>
            <a:off x="341587" y="162910"/>
            <a:ext cx="11995425" cy="663412"/>
          </a:xfrm>
        </p:spPr>
        <p:txBody>
          <a:bodyPr>
            <a:normAutofit/>
          </a:bodyPr>
          <a:lstStyle/>
          <a:p>
            <a:pPr algn="ctr"/>
            <a:r>
              <a:rPr lang="en-US" sz="3000" u="sng">
                <a:latin typeface="Copperplate Gothic Light"/>
              </a:rPr>
              <a:t>Software and Algorithm: Gesture Prediction Model</a:t>
            </a:r>
            <a:endParaRPr lang="en-US" sz="3000" u="sng"/>
          </a:p>
        </p:txBody>
      </p:sp>
      <p:sp>
        <p:nvSpPr>
          <p:cNvPr id="6" name="Content Placeholder 3">
            <a:extLst>
              <a:ext uri="{FF2B5EF4-FFF2-40B4-BE49-F238E27FC236}">
                <a16:creationId xmlns:a16="http://schemas.microsoft.com/office/drawing/2014/main" id="{FC7B41BE-F634-FA46-8989-C97ACCBAEF84}"/>
              </a:ext>
            </a:extLst>
          </p:cNvPr>
          <p:cNvSpPr txBox="1">
            <a:spLocks/>
          </p:cNvSpPr>
          <p:nvPr/>
        </p:nvSpPr>
        <p:spPr>
          <a:xfrm>
            <a:off x="1373973" y="1163485"/>
            <a:ext cx="4042487" cy="373009"/>
          </a:xfrm>
          <a:prstGeom prst="rect">
            <a:avLst/>
          </a:prstGeom>
        </p:spPr>
        <p:txBody>
          <a:bodyPr vert="horz" lIns="91440" tIns="45720" rIns="91440" bIns="45720" rtlCol="0" anchor="t">
            <a:noAutofit/>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700" b="1">
                <a:latin typeface="Castellar"/>
              </a:rPr>
              <a:t>Confusion Matrix</a:t>
            </a:r>
          </a:p>
        </p:txBody>
      </p:sp>
      <p:sp>
        <p:nvSpPr>
          <p:cNvPr id="8" name="Content Placeholder 2">
            <a:extLst>
              <a:ext uri="{FF2B5EF4-FFF2-40B4-BE49-F238E27FC236}">
                <a16:creationId xmlns:a16="http://schemas.microsoft.com/office/drawing/2014/main" id="{AB9B21FA-9B62-4433-F508-D53691AC8A1A}"/>
              </a:ext>
            </a:extLst>
          </p:cNvPr>
          <p:cNvSpPr txBox="1">
            <a:spLocks/>
          </p:cNvSpPr>
          <p:nvPr/>
        </p:nvSpPr>
        <p:spPr>
          <a:xfrm>
            <a:off x="6347182" y="1163486"/>
            <a:ext cx="5331591" cy="373008"/>
          </a:xfrm>
          <a:prstGeom prst="rect">
            <a:avLst/>
          </a:prstGeom>
        </p:spPr>
        <p:txBody>
          <a:bodyPr vert="horz" lIns="91440" tIns="45720" rIns="91440" bIns="45720" rtlCol="0" anchor="t">
            <a:noAutofit/>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700" b="1">
                <a:latin typeface="Castellar"/>
              </a:rPr>
              <a:t>Gesture Commands &amp; Accuracies</a:t>
            </a:r>
          </a:p>
        </p:txBody>
      </p:sp>
      <p:graphicFrame>
        <p:nvGraphicFramePr>
          <p:cNvPr id="11" name="Table 10">
            <a:extLst>
              <a:ext uri="{FF2B5EF4-FFF2-40B4-BE49-F238E27FC236}">
                <a16:creationId xmlns:a16="http://schemas.microsoft.com/office/drawing/2014/main" id="{35D70174-CF80-1898-487B-E249DE0766B5}"/>
              </a:ext>
            </a:extLst>
          </p:cNvPr>
          <p:cNvGraphicFramePr>
            <a:graphicFrameLocks noGrp="1"/>
          </p:cNvGraphicFramePr>
          <p:nvPr>
            <p:extLst>
              <p:ext uri="{D42A27DB-BD31-4B8C-83A1-F6EECF244321}">
                <p14:modId xmlns:p14="http://schemas.microsoft.com/office/powerpoint/2010/main" val="2998511881"/>
              </p:ext>
            </p:extLst>
          </p:nvPr>
        </p:nvGraphicFramePr>
        <p:xfrm>
          <a:off x="6595579" y="1626910"/>
          <a:ext cx="5068110" cy="4072932"/>
        </p:xfrm>
        <a:graphic>
          <a:graphicData uri="http://schemas.openxmlformats.org/drawingml/2006/table">
            <a:tbl>
              <a:tblPr firstRow="1" bandRow="1">
                <a:tableStyleId>{5C22544A-7EE6-4342-B048-85BDC9FD1C3A}</a:tableStyleId>
              </a:tblPr>
              <a:tblGrid>
                <a:gridCol w="1689370">
                  <a:extLst>
                    <a:ext uri="{9D8B030D-6E8A-4147-A177-3AD203B41FA5}">
                      <a16:colId xmlns:a16="http://schemas.microsoft.com/office/drawing/2014/main" val="3460365406"/>
                    </a:ext>
                  </a:extLst>
                </a:gridCol>
                <a:gridCol w="1689370">
                  <a:extLst>
                    <a:ext uri="{9D8B030D-6E8A-4147-A177-3AD203B41FA5}">
                      <a16:colId xmlns:a16="http://schemas.microsoft.com/office/drawing/2014/main" val="496424311"/>
                    </a:ext>
                  </a:extLst>
                </a:gridCol>
                <a:gridCol w="1689370">
                  <a:extLst>
                    <a:ext uri="{9D8B030D-6E8A-4147-A177-3AD203B41FA5}">
                      <a16:colId xmlns:a16="http://schemas.microsoft.com/office/drawing/2014/main" val="2537350831"/>
                    </a:ext>
                  </a:extLst>
                </a:gridCol>
              </a:tblGrid>
              <a:tr h="366423">
                <a:tc>
                  <a:txBody>
                    <a:bodyPr/>
                    <a:lstStyle/>
                    <a:p>
                      <a:pPr lvl="0" algn="ctr" rtl="0">
                        <a:lnSpc>
                          <a:spcPts val="750"/>
                        </a:lnSpc>
                        <a:buNone/>
                      </a:pPr>
                      <a:r>
                        <a:rPr lang="en-US" sz="1400" b="1" i="0">
                          <a:solidFill>
                            <a:srgbClr val="FFFFFF"/>
                          </a:solidFill>
                          <a:effectLst/>
                          <a:latin typeface="Aptos"/>
                        </a:rPr>
                        <a:t>Gesture</a:t>
                      </a:r>
                      <a:endParaRPr lang="en-US" sz="1400" b="1" i="0">
                        <a:solidFill>
                          <a:srgbClr val="FFFFFF"/>
                        </a:solidFill>
                        <a:effectLst/>
                      </a:endParaRPr>
                    </a:p>
                  </a:txBody>
                  <a:tcPr marL="18250" marR="18250" marT="9125" marB="91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56082"/>
                    </a:solidFill>
                  </a:tcPr>
                </a:tc>
                <a:tc>
                  <a:txBody>
                    <a:bodyPr/>
                    <a:lstStyle/>
                    <a:p>
                      <a:pPr lvl="0" algn="ctr" rtl="0">
                        <a:lnSpc>
                          <a:spcPts val="750"/>
                        </a:lnSpc>
                        <a:buNone/>
                      </a:pPr>
                      <a:r>
                        <a:rPr lang="en-US" sz="1400" b="1" i="0">
                          <a:solidFill>
                            <a:srgbClr val="FFFFFF"/>
                          </a:solidFill>
                          <a:effectLst/>
                          <a:latin typeface="Aptos"/>
                        </a:rPr>
                        <a:t>Command</a:t>
                      </a:r>
                      <a:endParaRPr lang="en-US" sz="1400" b="1" i="0">
                        <a:solidFill>
                          <a:srgbClr val="FFFFFF"/>
                        </a:solidFill>
                        <a:effectLst/>
                      </a:endParaRPr>
                    </a:p>
                  </a:txBody>
                  <a:tcPr marL="18250" marR="18250" marT="9125" marB="91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56082"/>
                    </a:solidFill>
                  </a:tcPr>
                </a:tc>
                <a:tc>
                  <a:txBody>
                    <a:bodyPr/>
                    <a:lstStyle/>
                    <a:p>
                      <a:pPr lvl="0" algn="ctr" rtl="0">
                        <a:lnSpc>
                          <a:spcPts val="750"/>
                        </a:lnSpc>
                        <a:buNone/>
                      </a:pPr>
                      <a:r>
                        <a:rPr lang="en-US" sz="1400" b="1" i="0">
                          <a:solidFill>
                            <a:srgbClr val="FFFFFF"/>
                          </a:solidFill>
                          <a:effectLst/>
                          <a:latin typeface="Aptos"/>
                        </a:rPr>
                        <a:t>Prediction Accuracy</a:t>
                      </a:r>
                      <a:endParaRPr lang="en-US" sz="1400" b="1" i="0">
                        <a:solidFill>
                          <a:srgbClr val="FFFFFF"/>
                        </a:solidFill>
                        <a:effectLst/>
                      </a:endParaRPr>
                    </a:p>
                  </a:txBody>
                  <a:tcPr marL="18250" marR="18250" marT="9125" marB="91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56082"/>
                    </a:solidFill>
                  </a:tcPr>
                </a:tc>
                <a:extLst>
                  <a:ext uri="{0D108BD9-81ED-4DB2-BD59-A6C34878D82A}">
                    <a16:rowId xmlns:a16="http://schemas.microsoft.com/office/drawing/2014/main" val="2363788668"/>
                  </a:ext>
                </a:extLst>
              </a:tr>
              <a:tr h="366423">
                <a:tc>
                  <a:txBody>
                    <a:bodyPr/>
                    <a:lstStyle/>
                    <a:p>
                      <a:pPr lvl="0" algn="ctr" rtl="0">
                        <a:lnSpc>
                          <a:spcPts val="750"/>
                        </a:lnSpc>
                        <a:buNone/>
                      </a:pPr>
                      <a:r>
                        <a:rPr lang="en-US" sz="1400" b="0" i="0">
                          <a:solidFill>
                            <a:srgbClr val="000000"/>
                          </a:solidFill>
                          <a:effectLst/>
                          <a:latin typeface="Aptos"/>
                        </a:rPr>
                        <a:t>Rest</a:t>
                      </a:r>
                      <a:endParaRPr lang="en-US" sz="1400" b="0" i="0">
                        <a:solidFill>
                          <a:srgbClr val="000000"/>
                        </a:solidFill>
                        <a:effectLst/>
                      </a:endParaRPr>
                    </a:p>
                  </a:txBody>
                  <a:tcPr marL="18250" marR="18250" marT="9125" marB="91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tc>
                  <a:txBody>
                    <a:bodyPr/>
                    <a:lstStyle/>
                    <a:p>
                      <a:pPr lvl="0" algn="ctr" rtl="0">
                        <a:lnSpc>
                          <a:spcPts val="750"/>
                        </a:lnSpc>
                        <a:buNone/>
                      </a:pPr>
                      <a:r>
                        <a:rPr lang="en-US" sz="1400" b="0" i="0">
                          <a:solidFill>
                            <a:srgbClr val="000000"/>
                          </a:solidFill>
                          <a:effectLst/>
                          <a:latin typeface="Aptos"/>
                        </a:rPr>
                        <a:t>-</a:t>
                      </a:r>
                      <a:endParaRPr lang="en-US" sz="1400" b="0" i="0">
                        <a:solidFill>
                          <a:srgbClr val="000000"/>
                        </a:solidFill>
                        <a:effectLst/>
                      </a:endParaRPr>
                    </a:p>
                  </a:txBody>
                  <a:tcPr marL="18250" marR="18250" marT="9125" marB="91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tc>
                  <a:txBody>
                    <a:bodyPr/>
                    <a:lstStyle/>
                    <a:p>
                      <a:pPr lvl="0" algn="ctr" rtl="0">
                        <a:lnSpc>
                          <a:spcPts val="750"/>
                        </a:lnSpc>
                        <a:buNone/>
                      </a:pPr>
                      <a:r>
                        <a:rPr lang="en-US" sz="1400" b="0" i="0">
                          <a:solidFill>
                            <a:srgbClr val="000000"/>
                          </a:solidFill>
                          <a:effectLst/>
                          <a:latin typeface="Aptos"/>
                        </a:rPr>
                        <a:t>98.65%</a:t>
                      </a:r>
                      <a:endParaRPr lang="en-US" sz="1400" b="0" i="0">
                        <a:solidFill>
                          <a:srgbClr val="000000"/>
                        </a:solidFill>
                        <a:effectLst/>
                      </a:endParaRPr>
                    </a:p>
                  </a:txBody>
                  <a:tcPr marL="18250" marR="18250" marT="9125" marB="91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1419415740"/>
                  </a:ext>
                </a:extLst>
              </a:tr>
              <a:tr h="366423">
                <a:tc>
                  <a:txBody>
                    <a:bodyPr/>
                    <a:lstStyle/>
                    <a:p>
                      <a:pPr lvl="0" algn="ctr" rtl="0">
                        <a:lnSpc>
                          <a:spcPts val="750"/>
                        </a:lnSpc>
                        <a:buNone/>
                      </a:pPr>
                      <a:r>
                        <a:rPr lang="en-US" sz="1400" b="0" i="0">
                          <a:solidFill>
                            <a:srgbClr val="000000"/>
                          </a:solidFill>
                          <a:effectLst/>
                          <a:latin typeface="Aptos"/>
                        </a:rPr>
                        <a:t>Middle Pinch</a:t>
                      </a:r>
                      <a:endParaRPr lang="en-US" sz="1400" b="0" i="0">
                        <a:solidFill>
                          <a:srgbClr val="000000"/>
                        </a:solidFill>
                        <a:effectLst/>
                      </a:endParaRPr>
                    </a:p>
                  </a:txBody>
                  <a:tcPr marL="18250" marR="18250" marT="9125" marB="91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AED"/>
                    </a:solidFill>
                  </a:tcPr>
                </a:tc>
                <a:tc>
                  <a:txBody>
                    <a:bodyPr/>
                    <a:lstStyle/>
                    <a:p>
                      <a:pPr lvl="0" algn="ctr" rtl="0">
                        <a:lnSpc>
                          <a:spcPts val="750"/>
                        </a:lnSpc>
                        <a:buNone/>
                      </a:pPr>
                      <a:r>
                        <a:rPr lang="en-US" sz="1400" b="0" i="0">
                          <a:solidFill>
                            <a:srgbClr val="000000"/>
                          </a:solidFill>
                          <a:effectLst/>
                          <a:latin typeface="Aptos"/>
                        </a:rPr>
                        <a:t>A-F</a:t>
                      </a:r>
                      <a:endParaRPr lang="en-US" sz="1400" b="0" i="0">
                        <a:solidFill>
                          <a:srgbClr val="000000"/>
                        </a:solidFill>
                        <a:effectLst/>
                      </a:endParaRPr>
                    </a:p>
                  </a:txBody>
                  <a:tcPr marL="18250" marR="18250" marT="9125" marB="91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AED"/>
                    </a:solidFill>
                  </a:tcPr>
                </a:tc>
                <a:tc>
                  <a:txBody>
                    <a:bodyPr/>
                    <a:lstStyle/>
                    <a:p>
                      <a:pPr lvl="0" algn="ctr" rtl="0">
                        <a:lnSpc>
                          <a:spcPts val="750"/>
                        </a:lnSpc>
                        <a:buNone/>
                      </a:pPr>
                      <a:r>
                        <a:rPr lang="en-US" sz="1400" b="0" i="0">
                          <a:solidFill>
                            <a:srgbClr val="000000"/>
                          </a:solidFill>
                          <a:effectLst/>
                          <a:latin typeface="Aptos"/>
                        </a:rPr>
                        <a:t>81.74%</a:t>
                      </a:r>
                      <a:endParaRPr lang="en-US" sz="1400" b="0" i="0">
                        <a:solidFill>
                          <a:srgbClr val="000000"/>
                        </a:solidFill>
                        <a:effectLst/>
                      </a:endParaRPr>
                    </a:p>
                  </a:txBody>
                  <a:tcPr marL="18250" marR="18250" marT="9125" marB="91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1492897066"/>
                  </a:ext>
                </a:extLst>
              </a:tr>
              <a:tr h="366423">
                <a:tc>
                  <a:txBody>
                    <a:bodyPr/>
                    <a:lstStyle/>
                    <a:p>
                      <a:pPr lvl="0" algn="ctr" rtl="0">
                        <a:lnSpc>
                          <a:spcPts val="750"/>
                        </a:lnSpc>
                        <a:buNone/>
                      </a:pPr>
                      <a:r>
                        <a:rPr lang="en-US" sz="1400" b="0" i="0">
                          <a:solidFill>
                            <a:srgbClr val="000000"/>
                          </a:solidFill>
                          <a:effectLst/>
                          <a:latin typeface="Aptos"/>
                        </a:rPr>
                        <a:t>Ring Pinch</a:t>
                      </a:r>
                      <a:endParaRPr lang="en-US" sz="1400" b="0" i="0">
                        <a:solidFill>
                          <a:srgbClr val="000000"/>
                        </a:solidFill>
                        <a:effectLst/>
                      </a:endParaRPr>
                    </a:p>
                  </a:txBody>
                  <a:tcPr marL="18250" marR="18250" marT="9125" marB="91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tc>
                  <a:txBody>
                    <a:bodyPr/>
                    <a:lstStyle/>
                    <a:p>
                      <a:pPr lvl="0" algn="ctr" rtl="0">
                        <a:lnSpc>
                          <a:spcPts val="750"/>
                        </a:lnSpc>
                        <a:buNone/>
                      </a:pPr>
                      <a:r>
                        <a:rPr lang="en-US" sz="1400" b="0" i="0">
                          <a:solidFill>
                            <a:srgbClr val="000000"/>
                          </a:solidFill>
                          <a:effectLst/>
                          <a:latin typeface="Aptos"/>
                        </a:rPr>
                        <a:t>G-M</a:t>
                      </a:r>
                      <a:endParaRPr lang="en-US" sz="1400" b="0" i="0">
                        <a:solidFill>
                          <a:srgbClr val="000000"/>
                        </a:solidFill>
                        <a:effectLst/>
                      </a:endParaRPr>
                    </a:p>
                  </a:txBody>
                  <a:tcPr marL="18250" marR="18250" marT="9125" marB="91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tc>
                  <a:txBody>
                    <a:bodyPr/>
                    <a:lstStyle/>
                    <a:p>
                      <a:pPr lvl="0" algn="ctr" rtl="0">
                        <a:lnSpc>
                          <a:spcPts val="750"/>
                        </a:lnSpc>
                        <a:buNone/>
                      </a:pPr>
                      <a:r>
                        <a:rPr lang="en-US" sz="1400" b="0" i="0">
                          <a:solidFill>
                            <a:srgbClr val="000000"/>
                          </a:solidFill>
                          <a:effectLst/>
                          <a:latin typeface="Aptos"/>
                        </a:rPr>
                        <a:t>96.94%</a:t>
                      </a:r>
                      <a:endParaRPr lang="en-US" sz="1400" b="0" i="0">
                        <a:solidFill>
                          <a:srgbClr val="000000"/>
                        </a:solidFill>
                        <a:effectLst/>
                      </a:endParaRPr>
                    </a:p>
                  </a:txBody>
                  <a:tcPr marL="18250" marR="18250" marT="9125" marB="91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2401537836"/>
                  </a:ext>
                </a:extLst>
              </a:tr>
              <a:tr h="366423">
                <a:tc>
                  <a:txBody>
                    <a:bodyPr/>
                    <a:lstStyle/>
                    <a:p>
                      <a:pPr lvl="0" algn="ctr" rtl="0">
                        <a:lnSpc>
                          <a:spcPts val="750"/>
                        </a:lnSpc>
                        <a:buNone/>
                      </a:pPr>
                      <a:r>
                        <a:rPr lang="en-US" sz="1400" b="0" i="0">
                          <a:solidFill>
                            <a:srgbClr val="000000"/>
                          </a:solidFill>
                          <a:effectLst/>
                          <a:latin typeface="Aptos"/>
                        </a:rPr>
                        <a:t>Pinky Pinch</a:t>
                      </a:r>
                      <a:endParaRPr lang="en-US" sz="1400" b="0" i="0">
                        <a:solidFill>
                          <a:srgbClr val="000000"/>
                        </a:solidFill>
                        <a:effectLst/>
                      </a:endParaRPr>
                    </a:p>
                  </a:txBody>
                  <a:tcPr marL="18250" marR="18250" marT="9125" marB="91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AED"/>
                    </a:solidFill>
                  </a:tcPr>
                </a:tc>
                <a:tc>
                  <a:txBody>
                    <a:bodyPr/>
                    <a:lstStyle/>
                    <a:p>
                      <a:pPr lvl="0" algn="ctr" rtl="0">
                        <a:lnSpc>
                          <a:spcPts val="750"/>
                        </a:lnSpc>
                        <a:buNone/>
                      </a:pPr>
                      <a:r>
                        <a:rPr lang="en-US" sz="1400" b="0" i="0">
                          <a:solidFill>
                            <a:srgbClr val="000000"/>
                          </a:solidFill>
                          <a:effectLst/>
                          <a:latin typeface="Aptos"/>
                        </a:rPr>
                        <a:t>M-T</a:t>
                      </a:r>
                      <a:endParaRPr lang="en-US" sz="1400" b="0" i="0">
                        <a:solidFill>
                          <a:srgbClr val="000000"/>
                        </a:solidFill>
                        <a:effectLst/>
                      </a:endParaRPr>
                    </a:p>
                  </a:txBody>
                  <a:tcPr marL="18250" marR="18250" marT="9125" marB="91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AED"/>
                    </a:solidFill>
                  </a:tcPr>
                </a:tc>
                <a:tc>
                  <a:txBody>
                    <a:bodyPr/>
                    <a:lstStyle/>
                    <a:p>
                      <a:pPr lvl="0" algn="ctr" rtl="0">
                        <a:lnSpc>
                          <a:spcPts val="750"/>
                        </a:lnSpc>
                        <a:buNone/>
                      </a:pPr>
                      <a:r>
                        <a:rPr lang="en-US" sz="1400" b="0" i="0">
                          <a:solidFill>
                            <a:srgbClr val="000000"/>
                          </a:solidFill>
                          <a:effectLst/>
                          <a:latin typeface="Aptos"/>
                        </a:rPr>
                        <a:t>85.26%</a:t>
                      </a:r>
                      <a:endParaRPr lang="en-US" sz="1400" b="0" i="0">
                        <a:solidFill>
                          <a:srgbClr val="000000"/>
                        </a:solidFill>
                        <a:effectLst/>
                      </a:endParaRPr>
                    </a:p>
                  </a:txBody>
                  <a:tcPr marL="18250" marR="18250" marT="9125" marB="91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1845186221"/>
                  </a:ext>
                </a:extLst>
              </a:tr>
              <a:tr h="366423">
                <a:tc>
                  <a:txBody>
                    <a:bodyPr/>
                    <a:lstStyle/>
                    <a:p>
                      <a:pPr lvl="0" algn="ctr" rtl="0">
                        <a:lnSpc>
                          <a:spcPts val="750"/>
                        </a:lnSpc>
                        <a:buNone/>
                      </a:pPr>
                      <a:r>
                        <a:rPr lang="en-US" sz="1400" b="0" i="0">
                          <a:solidFill>
                            <a:srgbClr val="000000"/>
                          </a:solidFill>
                          <a:effectLst/>
                          <a:latin typeface="Aptos"/>
                        </a:rPr>
                        <a:t>Three Fingers</a:t>
                      </a:r>
                      <a:endParaRPr lang="en-US" sz="1400" b="0" i="0">
                        <a:solidFill>
                          <a:srgbClr val="000000"/>
                        </a:solidFill>
                        <a:effectLst/>
                      </a:endParaRPr>
                    </a:p>
                  </a:txBody>
                  <a:tcPr marL="18250" marR="18250" marT="9125" marB="91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tc>
                  <a:txBody>
                    <a:bodyPr/>
                    <a:lstStyle/>
                    <a:p>
                      <a:pPr lvl="0" algn="ctr" rtl="0">
                        <a:lnSpc>
                          <a:spcPts val="750"/>
                        </a:lnSpc>
                        <a:buNone/>
                      </a:pPr>
                      <a:r>
                        <a:rPr lang="en-US" sz="1400" b="0" i="0">
                          <a:solidFill>
                            <a:srgbClr val="000000"/>
                          </a:solidFill>
                          <a:effectLst/>
                          <a:latin typeface="Aptos"/>
                        </a:rPr>
                        <a:t>U-Z</a:t>
                      </a:r>
                      <a:endParaRPr lang="en-US" sz="1400" b="0" i="0">
                        <a:solidFill>
                          <a:srgbClr val="000000"/>
                        </a:solidFill>
                        <a:effectLst/>
                      </a:endParaRPr>
                    </a:p>
                  </a:txBody>
                  <a:tcPr marL="18250" marR="18250" marT="9125" marB="91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tc>
                  <a:txBody>
                    <a:bodyPr/>
                    <a:lstStyle/>
                    <a:p>
                      <a:pPr lvl="0" algn="ctr" rtl="0">
                        <a:lnSpc>
                          <a:spcPts val="750"/>
                        </a:lnSpc>
                        <a:buNone/>
                      </a:pPr>
                      <a:r>
                        <a:rPr lang="en-US" sz="1400" b="0" i="0">
                          <a:solidFill>
                            <a:srgbClr val="000000"/>
                          </a:solidFill>
                          <a:effectLst/>
                          <a:latin typeface="Aptos"/>
                        </a:rPr>
                        <a:t>84.21%</a:t>
                      </a:r>
                      <a:endParaRPr lang="en-US" sz="1400" b="0" i="0">
                        <a:solidFill>
                          <a:srgbClr val="000000"/>
                        </a:solidFill>
                        <a:effectLst/>
                      </a:endParaRPr>
                    </a:p>
                  </a:txBody>
                  <a:tcPr marL="18250" marR="18250" marT="9125" marB="91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1265668498"/>
                  </a:ext>
                </a:extLst>
              </a:tr>
              <a:tr h="366423">
                <a:tc>
                  <a:txBody>
                    <a:bodyPr/>
                    <a:lstStyle/>
                    <a:p>
                      <a:pPr lvl="0" algn="ctr" rtl="0">
                        <a:lnSpc>
                          <a:spcPts val="750"/>
                        </a:lnSpc>
                        <a:buNone/>
                      </a:pPr>
                      <a:r>
                        <a:rPr lang="en-US" sz="1400" b="0" i="0">
                          <a:solidFill>
                            <a:srgbClr val="000000"/>
                          </a:solidFill>
                          <a:effectLst/>
                          <a:latin typeface="Aptos"/>
                        </a:rPr>
                        <a:t>L-Sign</a:t>
                      </a:r>
                      <a:endParaRPr lang="en-US" sz="1400" b="0" i="0">
                        <a:solidFill>
                          <a:srgbClr val="000000"/>
                        </a:solidFill>
                        <a:effectLst/>
                      </a:endParaRPr>
                    </a:p>
                  </a:txBody>
                  <a:tcPr marL="18250" marR="18250" marT="9125" marB="91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AED"/>
                    </a:solidFill>
                  </a:tcPr>
                </a:tc>
                <a:tc>
                  <a:txBody>
                    <a:bodyPr/>
                    <a:lstStyle/>
                    <a:p>
                      <a:pPr lvl="0" algn="ctr" rtl="0">
                        <a:lnSpc>
                          <a:spcPts val="750"/>
                        </a:lnSpc>
                        <a:buNone/>
                      </a:pPr>
                      <a:r>
                        <a:rPr lang="en-US" sz="1400" b="0" i="0">
                          <a:solidFill>
                            <a:srgbClr val="000000"/>
                          </a:solidFill>
                          <a:effectLst/>
                          <a:latin typeface="Aptos"/>
                        </a:rPr>
                        <a:t>Swipe</a:t>
                      </a:r>
                      <a:endParaRPr lang="en-US" sz="1400" b="0" i="0">
                        <a:solidFill>
                          <a:srgbClr val="000000"/>
                        </a:solidFill>
                        <a:effectLst/>
                      </a:endParaRPr>
                    </a:p>
                  </a:txBody>
                  <a:tcPr marL="18250" marR="18250" marT="9125" marB="91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AED"/>
                    </a:solidFill>
                  </a:tcPr>
                </a:tc>
                <a:tc>
                  <a:txBody>
                    <a:bodyPr/>
                    <a:lstStyle/>
                    <a:p>
                      <a:pPr lvl="0" algn="ctr" rtl="0">
                        <a:lnSpc>
                          <a:spcPts val="750"/>
                        </a:lnSpc>
                        <a:buNone/>
                      </a:pPr>
                      <a:r>
                        <a:rPr lang="en-US" sz="1400" b="0" i="0">
                          <a:solidFill>
                            <a:srgbClr val="000000"/>
                          </a:solidFill>
                          <a:effectLst/>
                          <a:latin typeface="Aptos"/>
                        </a:rPr>
                        <a:t>99.14%</a:t>
                      </a:r>
                      <a:endParaRPr lang="en-US" sz="1400" b="0" i="0">
                        <a:solidFill>
                          <a:srgbClr val="000000"/>
                        </a:solidFill>
                        <a:effectLst/>
                      </a:endParaRPr>
                    </a:p>
                  </a:txBody>
                  <a:tcPr marL="18250" marR="18250" marT="9125" marB="91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3786296799"/>
                  </a:ext>
                </a:extLst>
              </a:tr>
              <a:tr h="366423">
                <a:tc>
                  <a:txBody>
                    <a:bodyPr/>
                    <a:lstStyle/>
                    <a:p>
                      <a:pPr lvl="0" algn="ctr" rtl="0">
                        <a:lnSpc>
                          <a:spcPts val="750"/>
                        </a:lnSpc>
                        <a:buNone/>
                      </a:pPr>
                      <a:r>
                        <a:rPr lang="en-US" sz="1400" b="0" i="0">
                          <a:solidFill>
                            <a:srgbClr val="000000"/>
                          </a:solidFill>
                          <a:effectLst/>
                          <a:latin typeface="Aptos"/>
                        </a:rPr>
                        <a:t>Thumb-Out</a:t>
                      </a:r>
                      <a:endParaRPr lang="en-US" sz="1400" b="0" i="0">
                        <a:solidFill>
                          <a:srgbClr val="000000"/>
                        </a:solidFill>
                        <a:effectLst/>
                      </a:endParaRPr>
                    </a:p>
                  </a:txBody>
                  <a:tcPr marL="18250" marR="18250" marT="9125" marB="91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tc>
                  <a:txBody>
                    <a:bodyPr/>
                    <a:lstStyle/>
                    <a:p>
                      <a:pPr lvl="0" algn="ctr" rtl="0">
                        <a:lnSpc>
                          <a:spcPts val="750"/>
                        </a:lnSpc>
                        <a:buNone/>
                      </a:pPr>
                      <a:r>
                        <a:rPr lang="en-US" sz="1400" b="0" i="0">
                          <a:solidFill>
                            <a:srgbClr val="000000"/>
                          </a:solidFill>
                          <a:effectLst/>
                          <a:latin typeface="Aptos"/>
                        </a:rPr>
                        <a:t>Delete</a:t>
                      </a:r>
                      <a:endParaRPr lang="en-US" sz="1400" b="0" i="0">
                        <a:solidFill>
                          <a:srgbClr val="000000"/>
                        </a:solidFill>
                        <a:effectLst/>
                      </a:endParaRPr>
                    </a:p>
                  </a:txBody>
                  <a:tcPr marL="18250" marR="18250" marT="9125" marB="91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tc>
                  <a:txBody>
                    <a:bodyPr/>
                    <a:lstStyle/>
                    <a:p>
                      <a:pPr lvl="0" algn="ctr" rtl="0">
                        <a:lnSpc>
                          <a:spcPts val="750"/>
                        </a:lnSpc>
                        <a:buNone/>
                      </a:pPr>
                      <a:r>
                        <a:rPr lang="en-US" sz="1400" b="0" i="0">
                          <a:solidFill>
                            <a:srgbClr val="000000"/>
                          </a:solidFill>
                          <a:effectLst/>
                          <a:latin typeface="Aptos"/>
                        </a:rPr>
                        <a:t>92.88%</a:t>
                      </a:r>
                      <a:endParaRPr lang="en-US" sz="1400" b="0" i="0">
                        <a:solidFill>
                          <a:srgbClr val="000000"/>
                        </a:solidFill>
                        <a:effectLst/>
                      </a:endParaRPr>
                    </a:p>
                  </a:txBody>
                  <a:tcPr marL="18250" marR="18250" marT="9125" marB="91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2573888873"/>
                  </a:ext>
                </a:extLst>
              </a:tr>
              <a:tr h="366423">
                <a:tc>
                  <a:txBody>
                    <a:bodyPr/>
                    <a:lstStyle/>
                    <a:p>
                      <a:pPr lvl="0" algn="ctr" rtl="0">
                        <a:lnSpc>
                          <a:spcPts val="750"/>
                        </a:lnSpc>
                        <a:buNone/>
                      </a:pPr>
                      <a:r>
                        <a:rPr lang="en-US" sz="1400" b="0" i="0">
                          <a:solidFill>
                            <a:srgbClr val="000000"/>
                          </a:solidFill>
                          <a:effectLst/>
                          <a:latin typeface="Aptos"/>
                        </a:rPr>
                        <a:t>Knock</a:t>
                      </a:r>
                      <a:endParaRPr lang="en-US" sz="1400" b="0" i="0">
                        <a:solidFill>
                          <a:srgbClr val="000000"/>
                        </a:solidFill>
                        <a:effectLst/>
                      </a:endParaRPr>
                    </a:p>
                  </a:txBody>
                  <a:tcPr marL="18250" marR="18250" marT="9125" marB="91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AED"/>
                    </a:solidFill>
                  </a:tcPr>
                </a:tc>
                <a:tc>
                  <a:txBody>
                    <a:bodyPr/>
                    <a:lstStyle/>
                    <a:p>
                      <a:pPr lvl="0" algn="ctr" rtl="0">
                        <a:lnSpc>
                          <a:spcPts val="750"/>
                        </a:lnSpc>
                        <a:buNone/>
                      </a:pPr>
                      <a:r>
                        <a:rPr lang="en-US" sz="1400" b="0" i="0">
                          <a:solidFill>
                            <a:srgbClr val="000000"/>
                          </a:solidFill>
                          <a:effectLst/>
                          <a:latin typeface="Aptos"/>
                        </a:rPr>
                        <a:t>Space/ Enter</a:t>
                      </a:r>
                      <a:endParaRPr lang="en-US" sz="1400" b="0" i="0">
                        <a:solidFill>
                          <a:srgbClr val="000000"/>
                        </a:solidFill>
                        <a:effectLst/>
                      </a:endParaRPr>
                    </a:p>
                  </a:txBody>
                  <a:tcPr marL="18250" marR="18250" marT="9125" marB="91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AED"/>
                    </a:solidFill>
                  </a:tcPr>
                </a:tc>
                <a:tc>
                  <a:txBody>
                    <a:bodyPr/>
                    <a:lstStyle/>
                    <a:p>
                      <a:pPr lvl="0" algn="ctr" rtl="0">
                        <a:lnSpc>
                          <a:spcPts val="750"/>
                        </a:lnSpc>
                        <a:buNone/>
                      </a:pPr>
                      <a:r>
                        <a:rPr lang="en-US" sz="1400" b="0" i="0">
                          <a:solidFill>
                            <a:srgbClr val="000000"/>
                          </a:solidFill>
                          <a:effectLst/>
                          <a:latin typeface="Aptos"/>
                        </a:rPr>
                        <a:t>98.69%</a:t>
                      </a:r>
                      <a:endParaRPr lang="en-US" sz="1400" b="0" i="0">
                        <a:solidFill>
                          <a:srgbClr val="000000"/>
                        </a:solidFill>
                        <a:effectLst/>
                      </a:endParaRPr>
                    </a:p>
                  </a:txBody>
                  <a:tcPr marL="18250" marR="18250" marT="9125" marB="91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351222163"/>
                  </a:ext>
                </a:extLst>
              </a:tr>
              <a:tr h="366423">
                <a:tc>
                  <a:txBody>
                    <a:bodyPr/>
                    <a:lstStyle/>
                    <a:p>
                      <a:pPr lvl="0" algn="ctr" rtl="0">
                        <a:lnSpc>
                          <a:spcPts val="750"/>
                        </a:lnSpc>
                        <a:buNone/>
                      </a:pPr>
                      <a:r>
                        <a:rPr lang="en-US" sz="1400" b="0" i="0">
                          <a:solidFill>
                            <a:srgbClr val="000000"/>
                          </a:solidFill>
                          <a:effectLst/>
                          <a:latin typeface="Aptos"/>
                        </a:rPr>
                        <a:t>Surfs Up</a:t>
                      </a:r>
                      <a:endParaRPr lang="en-US" sz="1400" b="0" i="0">
                        <a:solidFill>
                          <a:srgbClr val="000000"/>
                        </a:solidFill>
                        <a:effectLst/>
                      </a:endParaRPr>
                    </a:p>
                  </a:txBody>
                  <a:tcPr marL="18250" marR="18250" marT="9125" marB="91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tc>
                  <a:txBody>
                    <a:bodyPr/>
                    <a:lstStyle/>
                    <a:p>
                      <a:pPr lvl="0" algn="ctr" rtl="0">
                        <a:lnSpc>
                          <a:spcPts val="750"/>
                        </a:lnSpc>
                        <a:buNone/>
                      </a:pPr>
                      <a:r>
                        <a:rPr lang="en-US" sz="1400" b="0" i="0">
                          <a:solidFill>
                            <a:srgbClr val="000000"/>
                          </a:solidFill>
                          <a:effectLst/>
                          <a:latin typeface="Aptos"/>
                        </a:rPr>
                        <a:t>Start/ Stop</a:t>
                      </a:r>
                      <a:endParaRPr lang="en-US" sz="1400" b="0" i="0">
                        <a:solidFill>
                          <a:srgbClr val="000000"/>
                        </a:solidFill>
                        <a:effectLst/>
                      </a:endParaRPr>
                    </a:p>
                  </a:txBody>
                  <a:tcPr marL="18250" marR="18250" marT="9125" marB="91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tc>
                  <a:txBody>
                    <a:bodyPr/>
                    <a:lstStyle/>
                    <a:p>
                      <a:pPr lvl="0" algn="ctr" rtl="0">
                        <a:lnSpc>
                          <a:spcPts val="750"/>
                        </a:lnSpc>
                        <a:buNone/>
                      </a:pPr>
                      <a:r>
                        <a:rPr lang="en-US" sz="1400" b="0" i="0">
                          <a:solidFill>
                            <a:srgbClr val="000000"/>
                          </a:solidFill>
                          <a:effectLst/>
                          <a:latin typeface="Aptos"/>
                        </a:rPr>
                        <a:t>86.90%</a:t>
                      </a:r>
                      <a:endParaRPr lang="en-US" sz="1400" b="0" i="0">
                        <a:solidFill>
                          <a:srgbClr val="000000"/>
                        </a:solidFill>
                        <a:effectLst/>
                      </a:endParaRPr>
                    </a:p>
                  </a:txBody>
                  <a:tcPr marL="18250" marR="18250" marT="9125" marB="91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765359077"/>
                  </a:ext>
                </a:extLst>
              </a:tr>
              <a:tr h="408702">
                <a:tc>
                  <a:txBody>
                    <a:bodyPr/>
                    <a:lstStyle/>
                    <a:p>
                      <a:pPr lvl="0">
                        <a:buNone/>
                      </a:pPr>
                      <a:endParaRPr lang="en-US" sz="1400">
                        <a:effectLst/>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AED"/>
                    </a:solidFill>
                  </a:tcPr>
                </a:tc>
                <a:tc>
                  <a:txBody>
                    <a:bodyPr/>
                    <a:lstStyle/>
                    <a:p>
                      <a:pPr lvl="0" algn="ctr" rtl="0">
                        <a:lnSpc>
                          <a:spcPts val="750"/>
                        </a:lnSpc>
                        <a:buNone/>
                      </a:pPr>
                      <a:r>
                        <a:rPr lang="en-US" sz="1400" b="1" i="0">
                          <a:solidFill>
                            <a:srgbClr val="000000"/>
                          </a:solidFill>
                          <a:effectLst/>
                          <a:latin typeface="Aptos"/>
                        </a:rPr>
                        <a:t>Overall:</a:t>
                      </a:r>
                      <a:endParaRPr lang="en-US" sz="1400" b="0" i="0">
                        <a:solidFill>
                          <a:srgbClr val="000000"/>
                        </a:solidFill>
                        <a:effectLst/>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AED"/>
                    </a:solidFill>
                  </a:tcPr>
                </a:tc>
                <a:tc>
                  <a:txBody>
                    <a:bodyPr/>
                    <a:lstStyle/>
                    <a:p>
                      <a:pPr lvl="0" algn="ctr" rtl="0">
                        <a:lnSpc>
                          <a:spcPts val="750"/>
                        </a:lnSpc>
                        <a:buNone/>
                      </a:pPr>
                      <a:r>
                        <a:rPr lang="en-US" sz="1400" b="0" i="0">
                          <a:solidFill>
                            <a:srgbClr val="000000"/>
                          </a:solidFill>
                          <a:effectLst/>
                          <a:latin typeface="Aptos"/>
                        </a:rPr>
                        <a:t>93.08%</a:t>
                      </a:r>
                      <a:endParaRPr lang="en-US" sz="1400" b="0" i="0">
                        <a:solidFill>
                          <a:srgbClr val="000000"/>
                        </a:solidFill>
                        <a:effectLst/>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2495641142"/>
                  </a:ext>
                </a:extLst>
              </a:tr>
            </a:tbl>
          </a:graphicData>
        </a:graphic>
      </p:graphicFrame>
      <p:pic>
        <p:nvPicPr>
          <p:cNvPr id="14" name="Picture 13">
            <a:extLst>
              <a:ext uri="{FF2B5EF4-FFF2-40B4-BE49-F238E27FC236}">
                <a16:creationId xmlns:a16="http://schemas.microsoft.com/office/drawing/2014/main" id="{103E17D4-B6AA-615B-77B7-F4DB0089344C}"/>
              </a:ext>
            </a:extLst>
          </p:cNvPr>
          <p:cNvPicPr>
            <a:picLocks noChangeAspect="1"/>
          </p:cNvPicPr>
          <p:nvPr/>
        </p:nvPicPr>
        <p:blipFill>
          <a:blip r:embed="rId5"/>
          <a:srcRect t="-162" r="4176"/>
          <a:stretch>
            <a:fillRect/>
          </a:stretch>
        </p:blipFill>
        <p:spPr>
          <a:xfrm>
            <a:off x="339974" y="1531349"/>
            <a:ext cx="6005331" cy="4164826"/>
          </a:xfrm>
          <a:prstGeom prst="rect">
            <a:avLst/>
          </a:prstGeom>
        </p:spPr>
      </p:pic>
      <p:pic>
        <p:nvPicPr>
          <p:cNvPr id="15" name="Audio 14">
            <a:hlinkClick r:id="" action="ppaction://media"/>
            <a:extLst>
              <a:ext uri="{FF2B5EF4-FFF2-40B4-BE49-F238E27FC236}">
                <a16:creationId xmlns:a16="http://schemas.microsoft.com/office/drawing/2014/main" id="{FACDB48D-DBD6-12D5-4485-A409506C276F}"/>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18750" t="-118750" r="-118750" b="-118750"/>
          <a:stretch>
            <a:fillRect/>
          </a:stretch>
        </p:blipFill>
        <p:spPr>
          <a:xfrm>
            <a:off x="-346065" y="5175504"/>
            <a:ext cx="2057400" cy="2057400"/>
          </a:xfrm>
          <a:prstGeom prst="ellipse">
            <a:avLst/>
          </a:prstGeom>
        </p:spPr>
      </p:pic>
    </p:spTree>
    <p:extLst>
      <p:ext uri="{BB962C8B-B14F-4D97-AF65-F5344CB8AC3E}">
        <p14:creationId xmlns:p14="http://schemas.microsoft.com/office/powerpoint/2010/main" val="673848923"/>
      </p:ext>
    </p:extLst>
  </p:cSld>
  <p:clrMapOvr>
    <a:masterClrMapping/>
  </p:clrMapOvr>
  <mc:AlternateContent xmlns:mc="http://schemas.openxmlformats.org/markup-compatibility/2006" xmlns:p14="http://schemas.microsoft.com/office/powerpoint/2010/main">
    <mc:Choice Requires="p14">
      <p:transition spd="slow" p14:dur="2000" advTm="55391"/>
    </mc:Choice>
    <mc:Fallback xmlns="">
      <p:transition spd="slow" advTm="5539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5"/>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A1633-0FC9-AF3C-61B6-B4A9D404B5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0C063A-C5E9-24D1-2567-BCDBF5FBE161}"/>
              </a:ext>
            </a:extLst>
          </p:cNvPr>
          <p:cNvSpPr>
            <a:spLocks noGrp="1"/>
          </p:cNvSpPr>
          <p:nvPr>
            <p:ph type="title" idx="4294967295"/>
          </p:nvPr>
        </p:nvSpPr>
        <p:spPr>
          <a:xfrm>
            <a:off x="306410" y="-12544"/>
            <a:ext cx="11567806" cy="1096963"/>
          </a:xfrm>
        </p:spPr>
        <p:txBody>
          <a:bodyPr vert="horz" lIns="91440" tIns="45720" rIns="91440" bIns="45720" rtlCol="0" anchor="ctr">
            <a:normAutofit/>
          </a:bodyPr>
          <a:lstStyle/>
          <a:p>
            <a:pPr algn="ctr"/>
            <a:r>
              <a:rPr lang="en-US" sz="3000" u="sng">
                <a:latin typeface="Copperplate Gothic Light"/>
              </a:rPr>
              <a:t>Software and Algorithm: Driver Algorithm</a:t>
            </a:r>
          </a:p>
        </p:txBody>
      </p:sp>
      <p:sp>
        <p:nvSpPr>
          <p:cNvPr id="4" name="Content Placeholder 3">
            <a:extLst>
              <a:ext uri="{FF2B5EF4-FFF2-40B4-BE49-F238E27FC236}">
                <a16:creationId xmlns:a16="http://schemas.microsoft.com/office/drawing/2014/main" id="{41EE6D15-48AD-31E4-E643-08517326B47F}"/>
              </a:ext>
            </a:extLst>
          </p:cNvPr>
          <p:cNvSpPr>
            <a:spLocks noGrp="1"/>
          </p:cNvSpPr>
          <p:nvPr>
            <p:ph sz="half" idx="4294967295"/>
          </p:nvPr>
        </p:nvSpPr>
        <p:spPr>
          <a:xfrm>
            <a:off x="1953314" y="1012774"/>
            <a:ext cx="2323538" cy="408500"/>
          </a:xfrm>
        </p:spPr>
        <p:txBody>
          <a:bodyPr vert="horz" lIns="91440" tIns="45720" rIns="91440" bIns="45720" rtlCol="0" anchor="t">
            <a:normAutofit fontScale="85000" lnSpcReduction="10000"/>
          </a:bodyPr>
          <a:lstStyle/>
          <a:p>
            <a:pPr marL="0" indent="0" algn="ctr">
              <a:buNone/>
            </a:pPr>
            <a:r>
              <a:rPr lang="en-US" b="1">
                <a:latin typeface="Castellar"/>
              </a:rPr>
              <a:t>State Diagram</a:t>
            </a:r>
            <a:endParaRPr lang="en-US" b="1">
              <a:latin typeface="Consolas"/>
            </a:endParaRPr>
          </a:p>
        </p:txBody>
      </p:sp>
      <p:sp>
        <p:nvSpPr>
          <p:cNvPr id="3" name="Content Placeholder 2">
            <a:extLst>
              <a:ext uri="{FF2B5EF4-FFF2-40B4-BE49-F238E27FC236}">
                <a16:creationId xmlns:a16="http://schemas.microsoft.com/office/drawing/2014/main" id="{E6F7582E-AF1F-5EA4-69E2-F9F0D154599F}"/>
              </a:ext>
            </a:extLst>
          </p:cNvPr>
          <p:cNvSpPr>
            <a:spLocks noGrp="1"/>
          </p:cNvSpPr>
          <p:nvPr>
            <p:ph sz="half" idx="4294967295"/>
          </p:nvPr>
        </p:nvSpPr>
        <p:spPr>
          <a:xfrm>
            <a:off x="6843457" y="951323"/>
            <a:ext cx="4144092" cy="531403"/>
          </a:xfrm>
        </p:spPr>
        <p:txBody>
          <a:bodyPr vert="horz" lIns="91440" tIns="45720" rIns="91440" bIns="45720" rtlCol="0" anchor="t">
            <a:normAutofit/>
          </a:bodyPr>
          <a:lstStyle/>
          <a:p>
            <a:pPr marL="0" indent="0" algn="ctr">
              <a:buNone/>
            </a:pPr>
            <a:r>
              <a:rPr lang="en-US" sz="1700" b="1">
                <a:latin typeface="Castellar"/>
              </a:rPr>
              <a:t>Screenshots from Typing</a:t>
            </a:r>
          </a:p>
        </p:txBody>
      </p:sp>
      <p:pic>
        <p:nvPicPr>
          <p:cNvPr id="5" name="Picture 4" descr="A computer screen shot of a program&#10;&#10;AI-generated content may be incorrect.">
            <a:extLst>
              <a:ext uri="{FF2B5EF4-FFF2-40B4-BE49-F238E27FC236}">
                <a16:creationId xmlns:a16="http://schemas.microsoft.com/office/drawing/2014/main" id="{B69D7609-475F-BE81-FFB6-B2BE8FED39C3}"/>
              </a:ext>
            </a:extLst>
          </p:cNvPr>
          <p:cNvPicPr>
            <a:picLocks noChangeAspect="1"/>
          </p:cNvPicPr>
          <p:nvPr/>
        </p:nvPicPr>
        <p:blipFill>
          <a:blip r:embed="rId2"/>
          <a:stretch>
            <a:fillRect/>
          </a:stretch>
        </p:blipFill>
        <p:spPr>
          <a:xfrm>
            <a:off x="6937059" y="1312710"/>
            <a:ext cx="4050433" cy="5199919"/>
          </a:xfrm>
          <a:prstGeom prst="rect">
            <a:avLst/>
          </a:prstGeom>
        </p:spPr>
      </p:pic>
      <p:pic>
        <p:nvPicPr>
          <p:cNvPr id="8" name="Picture 7" descr="A diagram of a process flow&#10;&#10;AI-generated content may be incorrect.">
            <a:extLst>
              <a:ext uri="{FF2B5EF4-FFF2-40B4-BE49-F238E27FC236}">
                <a16:creationId xmlns:a16="http://schemas.microsoft.com/office/drawing/2014/main" id="{87287E5E-D11A-01F4-58E7-552A6B75EF7C}"/>
              </a:ext>
            </a:extLst>
          </p:cNvPr>
          <p:cNvPicPr>
            <a:picLocks noChangeAspect="1"/>
          </p:cNvPicPr>
          <p:nvPr/>
        </p:nvPicPr>
        <p:blipFill>
          <a:blip r:embed="rId3"/>
          <a:stretch>
            <a:fillRect/>
          </a:stretch>
        </p:blipFill>
        <p:spPr>
          <a:xfrm>
            <a:off x="1528660" y="1501707"/>
            <a:ext cx="3552166" cy="5019368"/>
          </a:xfrm>
          <a:prstGeom prst="rect">
            <a:avLst/>
          </a:prstGeom>
        </p:spPr>
      </p:pic>
    </p:spTree>
    <p:extLst>
      <p:ext uri="{BB962C8B-B14F-4D97-AF65-F5344CB8AC3E}">
        <p14:creationId xmlns:p14="http://schemas.microsoft.com/office/powerpoint/2010/main" val="17239399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02DF9-6ED1-16EB-14F0-2100E7777A14}"/>
            </a:ext>
          </a:extLst>
        </p:cNvPr>
        <p:cNvGrpSpPr/>
        <p:nvPr/>
      </p:nvGrpSpPr>
      <p:grpSpPr>
        <a:xfrm>
          <a:off x="0" y="0"/>
          <a:ext cx="0" cy="0"/>
          <a:chOff x="0" y="0"/>
          <a:chExt cx="0" cy="0"/>
        </a:xfrm>
      </p:grpSpPr>
      <p:pic>
        <p:nvPicPr>
          <p:cNvPr id="5" name="Picture 4" descr="A Laptop Clipart PNG, Vector, PSD, and Clipart With Transparent Background  for Free Download | Pngtree">
            <a:extLst>
              <a:ext uri="{FF2B5EF4-FFF2-40B4-BE49-F238E27FC236}">
                <a16:creationId xmlns:a16="http://schemas.microsoft.com/office/drawing/2014/main" id="{11980021-ADB8-5825-D18D-D34F69ADA48C}"/>
              </a:ext>
            </a:extLst>
          </p:cNvPr>
          <p:cNvPicPr>
            <a:picLocks noChangeAspect="1"/>
          </p:cNvPicPr>
          <p:nvPr/>
        </p:nvPicPr>
        <p:blipFill>
          <a:blip r:embed="rId2">
            <a:alphaModFix amt="51000"/>
          </a:blip>
          <a:srcRect l="7414" t="20109" r="7414" b="18841"/>
          <a:stretch>
            <a:fillRect/>
          </a:stretch>
        </p:blipFill>
        <p:spPr>
          <a:xfrm>
            <a:off x="1070742" y="-72258"/>
            <a:ext cx="9774624" cy="6997412"/>
          </a:xfrm>
          <a:prstGeom prst="rect">
            <a:avLst/>
          </a:prstGeom>
        </p:spPr>
      </p:pic>
      <p:sp>
        <p:nvSpPr>
          <p:cNvPr id="2" name="Title 1">
            <a:extLst>
              <a:ext uri="{FF2B5EF4-FFF2-40B4-BE49-F238E27FC236}">
                <a16:creationId xmlns:a16="http://schemas.microsoft.com/office/drawing/2014/main" id="{A2BD177B-EF25-BAB9-9D53-BF49ABEADDB5}"/>
              </a:ext>
            </a:extLst>
          </p:cNvPr>
          <p:cNvSpPr>
            <a:spLocks noGrp="1"/>
          </p:cNvSpPr>
          <p:nvPr>
            <p:ph type="title" idx="4294967295"/>
          </p:nvPr>
        </p:nvSpPr>
        <p:spPr>
          <a:xfrm>
            <a:off x="1340069" y="2304393"/>
            <a:ext cx="9512356" cy="1964067"/>
          </a:xfrm>
        </p:spPr>
        <p:txBody>
          <a:bodyPr>
            <a:noAutofit/>
          </a:bodyPr>
          <a:lstStyle/>
          <a:p>
            <a:pPr algn="ctr"/>
            <a:r>
              <a:rPr lang="en-US" sz="8800" u="sng">
                <a:latin typeface="Copperplate Gothic Light"/>
              </a:rPr>
              <a:t>Live Demo</a:t>
            </a:r>
          </a:p>
        </p:txBody>
      </p:sp>
    </p:spTree>
    <p:extLst>
      <p:ext uri="{BB962C8B-B14F-4D97-AF65-F5344CB8AC3E}">
        <p14:creationId xmlns:p14="http://schemas.microsoft.com/office/powerpoint/2010/main" val="21479563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01F62-AF8D-2AC5-4951-103653F7338C}"/>
            </a:ext>
          </a:extLst>
        </p:cNvPr>
        <p:cNvGrpSpPr/>
        <p:nvPr/>
      </p:nvGrpSpPr>
      <p:grpSpPr>
        <a:xfrm>
          <a:off x="0" y="0"/>
          <a:ext cx="0" cy="0"/>
          <a:chOff x="0" y="0"/>
          <a:chExt cx="0" cy="0"/>
        </a:xfrm>
      </p:grpSpPr>
      <p:pic>
        <p:nvPicPr>
          <p:cNvPr id="7" name="Picture 6" descr="Download Free Progress Icons in PNG &amp; SVG">
            <a:extLst>
              <a:ext uri="{FF2B5EF4-FFF2-40B4-BE49-F238E27FC236}">
                <a16:creationId xmlns:a16="http://schemas.microsoft.com/office/drawing/2014/main" id="{163F7EAA-5E64-5517-EFEE-B9F57C107236}"/>
              </a:ext>
            </a:extLst>
          </p:cNvPr>
          <p:cNvPicPr>
            <a:picLocks noChangeAspect="1"/>
          </p:cNvPicPr>
          <p:nvPr/>
        </p:nvPicPr>
        <p:blipFill>
          <a:blip r:embed="rId4">
            <a:alphaModFix amt="20000"/>
          </a:blip>
          <a:stretch>
            <a:fillRect/>
          </a:stretch>
        </p:blipFill>
        <p:spPr>
          <a:xfrm>
            <a:off x="3348199" y="732133"/>
            <a:ext cx="5495602" cy="5755360"/>
          </a:xfrm>
          <a:prstGeom prst="rect">
            <a:avLst/>
          </a:prstGeom>
        </p:spPr>
      </p:pic>
      <p:sp>
        <p:nvSpPr>
          <p:cNvPr id="2" name="Title 1">
            <a:extLst>
              <a:ext uri="{FF2B5EF4-FFF2-40B4-BE49-F238E27FC236}">
                <a16:creationId xmlns:a16="http://schemas.microsoft.com/office/drawing/2014/main" id="{E34B2818-E3A7-0472-8D3E-B02923C159B3}"/>
              </a:ext>
            </a:extLst>
          </p:cNvPr>
          <p:cNvSpPr>
            <a:spLocks noGrp="1"/>
          </p:cNvSpPr>
          <p:nvPr>
            <p:ph type="title" idx="4294967295"/>
          </p:nvPr>
        </p:nvSpPr>
        <p:spPr>
          <a:xfrm>
            <a:off x="630621" y="149772"/>
            <a:ext cx="10942546" cy="856332"/>
          </a:xfrm>
        </p:spPr>
        <p:txBody>
          <a:bodyPr>
            <a:normAutofit/>
          </a:bodyPr>
          <a:lstStyle/>
          <a:p>
            <a:pPr algn="ctr"/>
            <a:r>
              <a:rPr lang="en-US" sz="3000" u="sng">
                <a:latin typeface="Copperplate Gothic Light"/>
              </a:rPr>
              <a:t>Remaining Work Before Expo</a:t>
            </a:r>
            <a:endParaRPr lang="en-US" sz="3000" u="sng"/>
          </a:p>
        </p:txBody>
      </p:sp>
      <p:sp>
        <p:nvSpPr>
          <p:cNvPr id="6" name="Content Placeholder 5">
            <a:extLst>
              <a:ext uri="{FF2B5EF4-FFF2-40B4-BE49-F238E27FC236}">
                <a16:creationId xmlns:a16="http://schemas.microsoft.com/office/drawing/2014/main" id="{F22EFA45-03AA-C8B7-5E4A-4171855D230C}"/>
              </a:ext>
            </a:extLst>
          </p:cNvPr>
          <p:cNvSpPr>
            <a:spLocks noGrp="1"/>
          </p:cNvSpPr>
          <p:nvPr>
            <p:ph sz="half" idx="4294967295"/>
          </p:nvPr>
        </p:nvSpPr>
        <p:spPr>
          <a:xfrm>
            <a:off x="235635" y="1825045"/>
            <a:ext cx="6465375" cy="3737589"/>
          </a:xfrm>
        </p:spPr>
        <p:txBody>
          <a:bodyPr vert="horz" lIns="91440" tIns="45720" rIns="91440" bIns="45720" rtlCol="0" anchor="t">
            <a:noAutofit/>
          </a:bodyPr>
          <a:lstStyle/>
          <a:p>
            <a:r>
              <a:rPr lang="en-US" sz="1700" b="1">
                <a:latin typeface="Castellar"/>
              </a:rPr>
              <a:t>Software Remaining Work </a:t>
            </a:r>
          </a:p>
          <a:p>
            <a:pPr marL="493395" lvl="1">
              <a:buFont typeface="Courier New" panose="020B0604020202020204" pitchFamily="34" charset="0"/>
              <a:buChar char="o"/>
            </a:pPr>
            <a:r>
              <a:rPr lang="en-US" sz="1700">
                <a:latin typeface="Times New Roman"/>
                <a:cs typeface="Times New Roman"/>
              </a:rPr>
              <a:t>Fix </a:t>
            </a:r>
            <a:r>
              <a:rPr lang="en-US" sz="1700" err="1">
                <a:latin typeface="Times New Roman"/>
                <a:cs typeface="Times New Roman"/>
              </a:rPr>
              <a:t>FlexType</a:t>
            </a:r>
            <a:r>
              <a:rPr lang="en-US" sz="1700">
                <a:latin typeface="Times New Roman"/>
                <a:cs typeface="Times New Roman"/>
              </a:rPr>
              <a:t> API call on Raspberry Pi</a:t>
            </a:r>
          </a:p>
          <a:p>
            <a:pPr marL="493395" lvl="1">
              <a:buFont typeface="Courier New" panose="020B0604020202020204" pitchFamily="34" charset="0"/>
              <a:buChar char="o"/>
            </a:pPr>
            <a:r>
              <a:rPr lang="en-US" sz="1700">
                <a:latin typeface="Times New Roman"/>
                <a:cs typeface="Times New Roman"/>
              </a:rPr>
              <a:t>Validate Test Cases</a:t>
            </a:r>
          </a:p>
          <a:p>
            <a:pPr lvl="2">
              <a:buFont typeface="Wingdings" panose="020B0604020202020204" pitchFamily="34" charset="0"/>
              <a:buChar char="§"/>
            </a:pPr>
            <a:r>
              <a:rPr lang="en-US" sz="1700">
                <a:latin typeface="Times New Roman"/>
                <a:cs typeface="Times New Roman"/>
              </a:rPr>
              <a:t>"Wake" Typing, Type "Hello" Successfully, End Typing</a:t>
            </a:r>
          </a:p>
          <a:p>
            <a:pPr lvl="2">
              <a:buFont typeface="Wingdings" panose="020B0604020202020204" pitchFamily="34" charset="0"/>
              <a:buChar char="§"/>
            </a:pPr>
            <a:r>
              <a:rPr lang="en-US" sz="1700">
                <a:latin typeface="Times New Roman"/>
                <a:cs typeface="Times New Roman"/>
              </a:rPr>
              <a:t>Type "I am happy" Successfully</a:t>
            </a:r>
          </a:p>
          <a:p>
            <a:pPr lvl="3"/>
            <a:r>
              <a:rPr lang="en-US" sz="1700">
                <a:latin typeface="Times New Roman"/>
                <a:cs typeface="Times New Roman"/>
              </a:rPr>
              <a:t>Validate "Swipe" and "Delete" Functions during "happy"</a:t>
            </a:r>
          </a:p>
          <a:p>
            <a:pPr lvl="2">
              <a:buFont typeface="Wingdings" panose="020B0604020202020204" pitchFamily="34" charset="0"/>
              <a:buChar char="§"/>
            </a:pPr>
            <a:r>
              <a:rPr lang="en-US" sz="1700">
                <a:latin typeface="Times New Roman"/>
                <a:cs typeface="Times New Roman"/>
              </a:rPr>
              <a:t>Type "I like birds" Successfully</a:t>
            </a:r>
          </a:p>
          <a:p>
            <a:pPr marL="493395" lvl="1">
              <a:buFont typeface="Courier New" panose="020B0604020202020204" pitchFamily="34" charset="0"/>
              <a:buChar char="o"/>
            </a:pPr>
            <a:r>
              <a:rPr lang="en-US" sz="1700">
                <a:latin typeface="Times New Roman"/>
                <a:cs typeface="Times New Roman"/>
              </a:rPr>
              <a:t>Adjust gesture prediction rate to be smoother/ faster</a:t>
            </a:r>
          </a:p>
          <a:p>
            <a:pPr marL="493395" lvl="1">
              <a:buFont typeface="Courier New" panose="020B0604020202020204" pitchFamily="34" charset="0"/>
              <a:buChar char="o"/>
            </a:pPr>
            <a:r>
              <a:rPr lang="en-US" sz="1700">
                <a:latin typeface="Times New Roman"/>
                <a:cs typeface="Times New Roman"/>
              </a:rPr>
              <a:t>Clean up terminal output to be less crowded and more user friendly</a:t>
            </a:r>
          </a:p>
        </p:txBody>
      </p:sp>
      <p:sp>
        <p:nvSpPr>
          <p:cNvPr id="3" name="Content Placeholder 2">
            <a:extLst>
              <a:ext uri="{FF2B5EF4-FFF2-40B4-BE49-F238E27FC236}">
                <a16:creationId xmlns:a16="http://schemas.microsoft.com/office/drawing/2014/main" id="{C6FC6587-2954-788C-36F5-B9903D85B98D}"/>
              </a:ext>
            </a:extLst>
          </p:cNvPr>
          <p:cNvSpPr>
            <a:spLocks noGrp="1"/>
          </p:cNvSpPr>
          <p:nvPr>
            <p:ph sz="half" idx="4294967295"/>
          </p:nvPr>
        </p:nvSpPr>
        <p:spPr>
          <a:xfrm>
            <a:off x="6703601" y="1911077"/>
            <a:ext cx="5213350" cy="3565525"/>
          </a:xfrm>
        </p:spPr>
        <p:txBody>
          <a:bodyPr vert="horz" lIns="91440" tIns="45720" rIns="91440" bIns="45720" rtlCol="0" anchor="t">
            <a:normAutofit/>
          </a:bodyPr>
          <a:lstStyle/>
          <a:p>
            <a:r>
              <a:rPr lang="en-US" sz="1700" b="1">
                <a:latin typeface="Castellar"/>
              </a:rPr>
              <a:t>Hardware Remaining Work</a:t>
            </a:r>
          </a:p>
          <a:p>
            <a:pPr marL="493395" lvl="1"/>
            <a:r>
              <a:rPr lang="en-US" sz="1700">
                <a:latin typeface="Times New Roman"/>
                <a:cs typeface="Times New Roman"/>
              </a:rPr>
              <a:t>Continue testing the two PCBs to see how accurate the signal we are getting from them are.</a:t>
            </a:r>
          </a:p>
          <a:p>
            <a:pPr marL="493395" lvl="1"/>
            <a:r>
              <a:rPr lang="en-US" sz="1700">
                <a:latin typeface="Times New Roman"/>
                <a:cs typeface="Times New Roman"/>
              </a:rPr>
              <a:t>Implement the software models with our PCBs to test their accuracy</a:t>
            </a:r>
          </a:p>
          <a:p>
            <a:pPr marL="264795" lvl="1" indent="0">
              <a:buNone/>
            </a:pPr>
            <a:endParaRPr lang="en-US" sz="1700">
              <a:latin typeface="Times New Roman"/>
              <a:cs typeface="Times New Roman"/>
            </a:endParaRPr>
          </a:p>
          <a:p>
            <a:r>
              <a:rPr lang="en-US" sz="1700" b="1">
                <a:latin typeface="Castellar"/>
                <a:cs typeface="Times New Roman"/>
              </a:rPr>
              <a:t>Expo Preparation</a:t>
            </a:r>
          </a:p>
          <a:p>
            <a:pPr marL="493395" lvl="1"/>
            <a:r>
              <a:rPr lang="en-US" sz="1500">
                <a:latin typeface="Times New Roman"/>
                <a:cs typeface="Times New Roman"/>
              </a:rPr>
              <a:t>Make Video Demo</a:t>
            </a:r>
          </a:p>
          <a:p>
            <a:pPr marL="493395" lvl="1"/>
            <a:endParaRPr lang="en-US" sz="1700">
              <a:latin typeface="Times New Roman"/>
              <a:cs typeface="Times New Roman"/>
            </a:endParaRPr>
          </a:p>
          <a:p>
            <a:pPr marL="493395" lvl="1"/>
            <a:endParaRPr lang="en-US" sz="1700">
              <a:latin typeface="Times New Roman"/>
              <a:cs typeface="Times New Roman"/>
            </a:endParaRPr>
          </a:p>
        </p:txBody>
      </p:sp>
      <p:pic>
        <p:nvPicPr>
          <p:cNvPr id="8" name="Audio 7">
            <a:hlinkClick r:id="" action="ppaction://media"/>
            <a:extLst>
              <a:ext uri="{FF2B5EF4-FFF2-40B4-BE49-F238E27FC236}">
                <a16:creationId xmlns:a16="http://schemas.microsoft.com/office/drawing/2014/main" id="{D407264A-4759-1A29-E325-FD708178FD21}"/>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118750" t="-118750" r="-118750" b="-118750"/>
          <a:stretch>
            <a:fillRect/>
          </a:stretch>
        </p:blipFill>
        <p:spPr>
          <a:xfrm>
            <a:off x="-281123" y="4652420"/>
            <a:ext cx="2973061" cy="2973061"/>
          </a:xfrm>
          <a:prstGeom prst="ellipse">
            <a:avLst/>
          </a:prstGeom>
        </p:spPr>
      </p:pic>
    </p:spTree>
    <p:extLst>
      <p:ext uri="{BB962C8B-B14F-4D97-AF65-F5344CB8AC3E}">
        <p14:creationId xmlns:p14="http://schemas.microsoft.com/office/powerpoint/2010/main" val="1343231391"/>
      </p:ext>
    </p:extLst>
  </p:cSld>
  <p:clrMapOvr>
    <a:masterClrMapping/>
  </p:clrMapOvr>
  <mc:AlternateContent xmlns:mc="http://schemas.openxmlformats.org/markup-compatibility/2006" xmlns:p14="http://schemas.microsoft.com/office/powerpoint/2010/main">
    <mc:Choice Requires="p14">
      <p:transition spd="slow" p14:dur="2000" advTm="74288"/>
    </mc:Choice>
    <mc:Fallback xmlns="">
      <p:transition spd="slow" advTm="7428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14</Slides>
  <Notes>4</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DashVTI</vt:lpstr>
      <vt:lpstr>FlexType EMG Keyboard</vt:lpstr>
      <vt:lpstr>Project Introduction</vt:lpstr>
      <vt:lpstr>Market Research</vt:lpstr>
      <vt:lpstr>Product Requirements</vt:lpstr>
      <vt:lpstr>System Design Overview: Hardware Subsystem </vt:lpstr>
      <vt:lpstr>System Design Overview: Software Subsystem</vt:lpstr>
      <vt:lpstr>Hardware Prototype: PCB Design</vt:lpstr>
      <vt:lpstr>Hardware Prototype: 3D Enclosure</vt:lpstr>
      <vt:lpstr>Hardware Prototype: Hardware Images</vt:lpstr>
      <vt:lpstr>Software and Algorithm: Gesture Prediction Model</vt:lpstr>
      <vt:lpstr>Software and Algorithm: Gesture Prediction Model</vt:lpstr>
      <vt:lpstr>Software and Algorithm: Driver Algorithm</vt:lpstr>
      <vt:lpstr>Live Demo</vt:lpstr>
      <vt:lpstr>Remaining Work Before Expo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FlexType EMG Keyboard</dc:title>
  <dc:creator/>
  <cp:revision>2</cp:revision>
  <dcterms:created xsi:type="dcterms:W3CDTF">2026-02-25T02:04:29Z</dcterms:created>
  <dcterms:modified xsi:type="dcterms:W3CDTF">2026-05-07T22:56:37Z</dcterms:modified>
</cp:coreProperties>
</file>